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5"/>
  </p:notesMasterIdLst>
  <p:sldIdLst>
    <p:sldId id="256" r:id="rId2"/>
    <p:sldId id="258" r:id="rId3"/>
    <p:sldId id="259" r:id="rId4"/>
    <p:sldId id="311" r:id="rId5"/>
    <p:sldId id="312" r:id="rId6"/>
    <p:sldId id="313" r:id="rId7"/>
    <p:sldId id="314" r:id="rId8"/>
    <p:sldId id="315" r:id="rId9"/>
    <p:sldId id="316" r:id="rId10"/>
    <p:sldId id="317" r:id="rId11"/>
    <p:sldId id="318" r:id="rId12"/>
    <p:sldId id="319" r:id="rId13"/>
    <p:sldId id="320" r:id="rId14"/>
  </p:sldIdLst>
  <p:sldSz cx="9144000" cy="5143500" type="screen16x9"/>
  <p:notesSz cx="6858000" cy="9144000"/>
  <p:embeddedFontLst>
    <p:embeddedFont>
      <p:font typeface="Anaheim" panose="020B0604020202020204" charset="0"/>
      <p:regular r:id="rId16"/>
      <p:bold r:id="rId17"/>
    </p:embeddedFont>
    <p:embeddedFont>
      <p:font typeface="Barlow Semi Condensed" panose="00000506000000000000" pitchFamily="2" charset="0"/>
      <p:regular r:id="rId18"/>
      <p:bold r:id="rId19"/>
      <p:italic r:id="rId20"/>
      <p:boldItalic r:id="rId21"/>
    </p:embeddedFont>
    <p:embeddedFont>
      <p:font typeface="Titillium Web" panose="000005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DDEC1E5-DAE1-4FEA-AE64-BC3DCAD60C4A}">
  <a:tblStyle styleId="{EDDEC1E5-DAE1-4FEA-AE64-BC3DCAD60C4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0552A22-57CF-454D-A565-C9C2F4CF71E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02" autoAdjust="0"/>
    <p:restoredTop sz="94660"/>
  </p:normalViewPr>
  <p:slideViewPr>
    <p:cSldViewPr snapToGrid="0">
      <p:cViewPr varScale="1">
        <p:scale>
          <a:sx n="130" d="100"/>
          <a:sy n="130" d="100"/>
        </p:scale>
        <p:origin x="528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4" name="Google Shape;1414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5" name="Google Shape;1465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>
          <a:extLst>
            <a:ext uri="{FF2B5EF4-FFF2-40B4-BE49-F238E27FC236}">
              <a16:creationId xmlns:a16="http://schemas.microsoft.com/office/drawing/2014/main" id="{D0275CA2-CE57-7838-4581-25341CBF1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54dda1946d_6_257:notes">
            <a:extLst>
              <a:ext uri="{FF2B5EF4-FFF2-40B4-BE49-F238E27FC236}">
                <a16:creationId xmlns:a16="http://schemas.microsoft.com/office/drawing/2014/main" id="{4DF74190-FE0D-E2F1-2B3E-D7589B9271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54dda1946d_6_257:notes">
            <a:extLst>
              <a:ext uri="{FF2B5EF4-FFF2-40B4-BE49-F238E27FC236}">
                <a16:creationId xmlns:a16="http://schemas.microsoft.com/office/drawing/2014/main" id="{D22CC8BD-2713-6485-6F44-A5125E1E8A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532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>
          <a:extLst>
            <a:ext uri="{FF2B5EF4-FFF2-40B4-BE49-F238E27FC236}">
              <a16:creationId xmlns:a16="http://schemas.microsoft.com/office/drawing/2014/main" id="{AA0B3AE7-897B-9824-A86C-BB555F2D1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54dda1946d_6_257:notes">
            <a:extLst>
              <a:ext uri="{FF2B5EF4-FFF2-40B4-BE49-F238E27FC236}">
                <a16:creationId xmlns:a16="http://schemas.microsoft.com/office/drawing/2014/main" id="{4D9E2BA9-5D4B-AC20-2018-B0A9DCA265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54dda1946d_6_257:notes">
            <a:extLst>
              <a:ext uri="{FF2B5EF4-FFF2-40B4-BE49-F238E27FC236}">
                <a16:creationId xmlns:a16="http://schemas.microsoft.com/office/drawing/2014/main" id="{EC8EABFA-C344-663A-5DCB-2139D660E8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73693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>
          <a:extLst>
            <a:ext uri="{FF2B5EF4-FFF2-40B4-BE49-F238E27FC236}">
              <a16:creationId xmlns:a16="http://schemas.microsoft.com/office/drawing/2014/main" id="{4D92D3DA-6D1E-1BD1-69C7-F4A7BB127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54dda1946d_6_257:notes">
            <a:extLst>
              <a:ext uri="{FF2B5EF4-FFF2-40B4-BE49-F238E27FC236}">
                <a16:creationId xmlns:a16="http://schemas.microsoft.com/office/drawing/2014/main" id="{FEB0F193-EF61-ADD1-8D93-87BF128577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54dda1946d_6_257:notes">
            <a:extLst>
              <a:ext uri="{FF2B5EF4-FFF2-40B4-BE49-F238E27FC236}">
                <a16:creationId xmlns:a16="http://schemas.microsoft.com/office/drawing/2014/main" id="{F94D5C2D-7A70-BD71-8349-036D388AF3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08532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>
          <a:extLst>
            <a:ext uri="{FF2B5EF4-FFF2-40B4-BE49-F238E27FC236}">
              <a16:creationId xmlns:a16="http://schemas.microsoft.com/office/drawing/2014/main" id="{F7185D59-5832-DE00-0DBB-6826B0DD2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54dda1946d_6_257:notes">
            <a:extLst>
              <a:ext uri="{FF2B5EF4-FFF2-40B4-BE49-F238E27FC236}">
                <a16:creationId xmlns:a16="http://schemas.microsoft.com/office/drawing/2014/main" id="{3C706333-A8D8-62C7-E5DB-4FFD6090A8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54dda1946d_6_257:notes">
            <a:extLst>
              <a:ext uri="{FF2B5EF4-FFF2-40B4-BE49-F238E27FC236}">
                <a16:creationId xmlns:a16="http://schemas.microsoft.com/office/drawing/2014/main" id="{DFF07670-0C59-F0A1-58B6-2B2267E84A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35980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>
          <a:extLst>
            <a:ext uri="{FF2B5EF4-FFF2-40B4-BE49-F238E27FC236}">
              <a16:creationId xmlns:a16="http://schemas.microsoft.com/office/drawing/2014/main" id="{AF7E71B0-868D-AA34-0CC7-337F8ECAC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54dda1946d_6_257:notes">
            <a:extLst>
              <a:ext uri="{FF2B5EF4-FFF2-40B4-BE49-F238E27FC236}">
                <a16:creationId xmlns:a16="http://schemas.microsoft.com/office/drawing/2014/main" id="{A93C7B4A-EAF0-6B00-EC3F-C625A13851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54dda1946d_6_257:notes">
            <a:extLst>
              <a:ext uri="{FF2B5EF4-FFF2-40B4-BE49-F238E27FC236}">
                <a16:creationId xmlns:a16="http://schemas.microsoft.com/office/drawing/2014/main" id="{AFD36698-79AC-BB7B-CB11-F8798DE77F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51630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>
          <a:extLst>
            <a:ext uri="{FF2B5EF4-FFF2-40B4-BE49-F238E27FC236}">
              <a16:creationId xmlns:a16="http://schemas.microsoft.com/office/drawing/2014/main" id="{397AEC33-527D-ED36-CF83-35691B0D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54dda1946d_6_257:notes">
            <a:extLst>
              <a:ext uri="{FF2B5EF4-FFF2-40B4-BE49-F238E27FC236}">
                <a16:creationId xmlns:a16="http://schemas.microsoft.com/office/drawing/2014/main" id="{2EB46248-A8C8-D412-073C-27AF2C2E1C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54dda1946d_6_257:notes">
            <a:extLst>
              <a:ext uri="{FF2B5EF4-FFF2-40B4-BE49-F238E27FC236}">
                <a16:creationId xmlns:a16="http://schemas.microsoft.com/office/drawing/2014/main" id="{1968319C-8B04-E5F8-61E1-46369F6D55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31005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>
          <a:extLst>
            <a:ext uri="{FF2B5EF4-FFF2-40B4-BE49-F238E27FC236}">
              <a16:creationId xmlns:a16="http://schemas.microsoft.com/office/drawing/2014/main" id="{884F40E9-348D-4DC5-3980-377D80994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54dda1946d_6_257:notes">
            <a:extLst>
              <a:ext uri="{FF2B5EF4-FFF2-40B4-BE49-F238E27FC236}">
                <a16:creationId xmlns:a16="http://schemas.microsoft.com/office/drawing/2014/main" id="{6C5A789A-0DB5-3C78-D023-A91F4CF61A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54dda1946d_6_257:notes">
            <a:extLst>
              <a:ext uri="{FF2B5EF4-FFF2-40B4-BE49-F238E27FC236}">
                <a16:creationId xmlns:a16="http://schemas.microsoft.com/office/drawing/2014/main" id="{3F6C862D-384E-0970-B714-688178DBE5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08169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>
          <a:extLst>
            <a:ext uri="{FF2B5EF4-FFF2-40B4-BE49-F238E27FC236}">
              <a16:creationId xmlns:a16="http://schemas.microsoft.com/office/drawing/2014/main" id="{22DE8EAA-7AD9-9859-D67B-061BE4402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54dda1946d_6_257:notes">
            <a:extLst>
              <a:ext uri="{FF2B5EF4-FFF2-40B4-BE49-F238E27FC236}">
                <a16:creationId xmlns:a16="http://schemas.microsoft.com/office/drawing/2014/main" id="{CFE73C45-AFF8-0E9D-486C-FCA2DF16A0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54dda1946d_6_257:notes">
            <a:extLst>
              <a:ext uri="{FF2B5EF4-FFF2-40B4-BE49-F238E27FC236}">
                <a16:creationId xmlns:a16="http://schemas.microsoft.com/office/drawing/2014/main" id="{813A1311-BEB1-1A61-35CD-FE4A44F8A6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46804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>
          <a:extLst>
            <a:ext uri="{FF2B5EF4-FFF2-40B4-BE49-F238E27FC236}">
              <a16:creationId xmlns:a16="http://schemas.microsoft.com/office/drawing/2014/main" id="{C2300037-0A35-EC61-1779-7129D1AC3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54dda1946d_6_257:notes">
            <a:extLst>
              <a:ext uri="{FF2B5EF4-FFF2-40B4-BE49-F238E27FC236}">
                <a16:creationId xmlns:a16="http://schemas.microsoft.com/office/drawing/2014/main" id="{A67DF5DD-12FF-279A-03FC-92B042A7CC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54dda1946d_6_257:notes">
            <a:extLst>
              <a:ext uri="{FF2B5EF4-FFF2-40B4-BE49-F238E27FC236}">
                <a16:creationId xmlns:a16="http://schemas.microsoft.com/office/drawing/2014/main" id="{978D8E53-F5AD-25D2-9C84-91309CC61E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05771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0">
          <a:extLst>
            <a:ext uri="{FF2B5EF4-FFF2-40B4-BE49-F238E27FC236}">
              <a16:creationId xmlns:a16="http://schemas.microsoft.com/office/drawing/2014/main" id="{7043751D-5940-3FF6-F696-FB7C1C192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g54dda1946d_6_257:notes">
            <a:extLst>
              <a:ext uri="{FF2B5EF4-FFF2-40B4-BE49-F238E27FC236}">
                <a16:creationId xmlns:a16="http://schemas.microsoft.com/office/drawing/2014/main" id="{6BC73480-08B8-EB0B-30CC-068AE82AAC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2" name="Google Shape;1482;g54dda1946d_6_257:notes">
            <a:extLst>
              <a:ext uri="{FF2B5EF4-FFF2-40B4-BE49-F238E27FC236}">
                <a16:creationId xmlns:a16="http://schemas.microsoft.com/office/drawing/2014/main" id="{C15E648C-BCC5-3C9C-C4F5-D27B1472EC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9670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10" name="Google Shape;10;p2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11" name="Google Shape;11;p2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12" name="Google Shape;12;p2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" name="Google Shape;13;p2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4" name="Google Shape;14;p2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" name="Google Shape;15;p2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" name="Google Shape;16;p2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17" name="Google Shape;17;p2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" name="Google Shape;18;p2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" name="Google Shape;19;p2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" name="Google Shape;20;p2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1" name="Google Shape;21;p2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22" name="Google Shape;22;p2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" name="Google Shape;23;p2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" name="Google Shape;24;p2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25" name="Google Shape;25;p2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26" name="Google Shape;26;p2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27" name="Google Shape;27;p2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28" name="Google Shape;28;p2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29" name="Google Shape;29;p2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0" name="Google Shape;30;p2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1" name="Google Shape;31;p2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32" name="Google Shape;32;p2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33" name="Google Shape;33;p2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4" name="Google Shape;34;p2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5" name="Google Shape;35;p2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6" name="Google Shape;36;p2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37" name="Google Shape;37;p2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38" name="Google Shape;38;p2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39" name="Google Shape;39;p2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0" name="Google Shape;40;p2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grpSp>
            <p:nvGrpSpPr>
              <p:cNvPr id="41" name="Google Shape;41;p2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42" name="Google Shape;42;p2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43" name="Google Shape;43;p2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4" name="Google Shape;44;p2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45" name="Google Shape;45;p2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46" name="Google Shape;46;p2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7" name="Google Shape;47;p2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8" name="Google Shape;48;p2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9" name="Google Shape;49;p2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50" name="Google Shape;50;p2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51" name="Google Shape;51;p2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2" name="Google Shape;52;p2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3" name="Google Shape;53;p2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</p:grp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713225" y="820500"/>
            <a:ext cx="4035600" cy="274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4000"/>
              <a:buNone/>
              <a:defRPr sz="40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713225" y="3808525"/>
            <a:ext cx="4035600" cy="338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56" name="Google Shape;56;p2"/>
          <p:cNvGrpSpPr/>
          <p:nvPr/>
        </p:nvGrpSpPr>
        <p:grpSpPr>
          <a:xfrm>
            <a:off x="-7" y="167200"/>
            <a:ext cx="8952587" cy="4867172"/>
            <a:chOff x="-7" y="167200"/>
            <a:chExt cx="8952587" cy="4867172"/>
          </a:xfrm>
        </p:grpSpPr>
        <p:grpSp>
          <p:nvGrpSpPr>
            <p:cNvPr id="57" name="Google Shape;57;p2"/>
            <p:cNvGrpSpPr/>
            <p:nvPr/>
          </p:nvGrpSpPr>
          <p:grpSpPr>
            <a:xfrm>
              <a:off x="7519182" y="4467918"/>
              <a:ext cx="1433398" cy="566454"/>
              <a:chOff x="7519182" y="4467918"/>
              <a:chExt cx="1433398" cy="566454"/>
            </a:xfrm>
          </p:grpSpPr>
          <p:sp>
            <p:nvSpPr>
              <p:cNvPr id="58" name="Google Shape;58;p2"/>
              <p:cNvSpPr/>
              <p:nvPr/>
            </p:nvSpPr>
            <p:spPr>
              <a:xfrm>
                <a:off x="8561631" y="4643609"/>
                <a:ext cx="390949" cy="390763"/>
              </a:xfrm>
              <a:custGeom>
                <a:avLst/>
                <a:gdLst/>
                <a:ahLst/>
                <a:cxnLst/>
                <a:rect l="l" t="t" r="r" b="b"/>
                <a:pathLst>
                  <a:path w="2107" h="2106" extrusionOk="0">
                    <a:moveTo>
                      <a:pt x="1053" y="426"/>
                    </a:moveTo>
                    <a:cubicBezTo>
                      <a:pt x="1404" y="426"/>
                      <a:pt x="1680" y="702"/>
                      <a:pt x="1680" y="1053"/>
                    </a:cubicBezTo>
                    <a:cubicBezTo>
                      <a:pt x="1680" y="1404"/>
                      <a:pt x="1404" y="1704"/>
                      <a:pt x="1053" y="1704"/>
                    </a:cubicBezTo>
                    <a:cubicBezTo>
                      <a:pt x="703" y="1704"/>
                      <a:pt x="427" y="1404"/>
                      <a:pt x="427" y="1053"/>
                    </a:cubicBezTo>
                    <a:cubicBezTo>
                      <a:pt x="427" y="702"/>
                      <a:pt x="703" y="426"/>
                      <a:pt x="1053" y="426"/>
                    </a:cubicBezTo>
                    <a:close/>
                    <a:moveTo>
                      <a:pt x="1053" y="0"/>
                    </a:moveTo>
                    <a:cubicBezTo>
                      <a:pt x="477" y="0"/>
                      <a:pt x="1" y="476"/>
                      <a:pt x="1" y="1053"/>
                    </a:cubicBezTo>
                    <a:cubicBezTo>
                      <a:pt x="1" y="1629"/>
                      <a:pt x="477" y="2105"/>
                      <a:pt x="1053" y="2105"/>
                    </a:cubicBezTo>
                    <a:cubicBezTo>
                      <a:pt x="1630" y="2105"/>
                      <a:pt x="2106" y="1629"/>
                      <a:pt x="2106" y="1053"/>
                    </a:cubicBezTo>
                    <a:cubicBezTo>
                      <a:pt x="2106" y="476"/>
                      <a:pt x="1630" y="0"/>
                      <a:pt x="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7519182" y="4467918"/>
                <a:ext cx="1074296" cy="175676"/>
              </a:xfrm>
              <a:custGeom>
                <a:avLst/>
                <a:gdLst/>
                <a:ahLst/>
                <a:cxnLst/>
                <a:rect l="l" t="t" r="r" b="b"/>
                <a:pathLst>
                  <a:path w="6292" h="1029" extrusionOk="0">
                    <a:moveTo>
                      <a:pt x="126" y="1"/>
                    </a:moveTo>
                    <a:lnTo>
                      <a:pt x="0" y="126"/>
                    </a:lnTo>
                    <a:lnTo>
                      <a:pt x="502" y="702"/>
                    </a:lnTo>
                    <a:cubicBezTo>
                      <a:pt x="627" y="842"/>
                      <a:pt x="799" y="911"/>
                      <a:pt x="969" y="911"/>
                    </a:cubicBezTo>
                    <a:cubicBezTo>
                      <a:pt x="1106" y="911"/>
                      <a:pt x="1242" y="867"/>
                      <a:pt x="1354" y="778"/>
                    </a:cubicBezTo>
                    <a:lnTo>
                      <a:pt x="1830" y="351"/>
                    </a:lnTo>
                    <a:cubicBezTo>
                      <a:pt x="1905" y="276"/>
                      <a:pt x="2030" y="251"/>
                      <a:pt x="2131" y="251"/>
                    </a:cubicBezTo>
                    <a:cubicBezTo>
                      <a:pt x="2256" y="251"/>
                      <a:pt x="2356" y="301"/>
                      <a:pt x="2431" y="402"/>
                    </a:cubicBezTo>
                    <a:lnTo>
                      <a:pt x="2757" y="778"/>
                    </a:lnTo>
                    <a:cubicBezTo>
                      <a:pt x="2882" y="903"/>
                      <a:pt x="3033" y="978"/>
                      <a:pt x="3183" y="1003"/>
                    </a:cubicBezTo>
                    <a:cubicBezTo>
                      <a:pt x="3359" y="1003"/>
                      <a:pt x="3509" y="953"/>
                      <a:pt x="3634" y="828"/>
                    </a:cubicBezTo>
                    <a:lnTo>
                      <a:pt x="4035" y="477"/>
                    </a:lnTo>
                    <a:cubicBezTo>
                      <a:pt x="4136" y="402"/>
                      <a:pt x="4236" y="351"/>
                      <a:pt x="4361" y="351"/>
                    </a:cubicBezTo>
                    <a:cubicBezTo>
                      <a:pt x="4487" y="377"/>
                      <a:pt x="4587" y="427"/>
                      <a:pt x="4662" y="527"/>
                    </a:cubicBezTo>
                    <a:lnTo>
                      <a:pt x="4862" y="778"/>
                    </a:lnTo>
                    <a:cubicBezTo>
                      <a:pt x="4963" y="928"/>
                      <a:pt x="5138" y="1003"/>
                      <a:pt x="5314" y="1028"/>
                    </a:cubicBezTo>
                    <a:cubicBezTo>
                      <a:pt x="5489" y="1028"/>
                      <a:pt x="5664" y="953"/>
                      <a:pt x="5790" y="828"/>
                    </a:cubicBezTo>
                    <a:lnTo>
                      <a:pt x="6291" y="301"/>
                    </a:lnTo>
                    <a:lnTo>
                      <a:pt x="6141" y="176"/>
                    </a:lnTo>
                    <a:lnTo>
                      <a:pt x="5639" y="702"/>
                    </a:lnTo>
                    <a:cubicBezTo>
                      <a:pt x="5564" y="803"/>
                      <a:pt x="5439" y="828"/>
                      <a:pt x="5314" y="828"/>
                    </a:cubicBezTo>
                    <a:cubicBezTo>
                      <a:pt x="5188" y="828"/>
                      <a:pt x="5088" y="778"/>
                      <a:pt x="5013" y="677"/>
                    </a:cubicBezTo>
                    <a:lnTo>
                      <a:pt x="4787" y="402"/>
                    </a:lnTo>
                    <a:cubicBezTo>
                      <a:pt x="4687" y="276"/>
                      <a:pt x="4537" y="201"/>
                      <a:pt x="4361" y="176"/>
                    </a:cubicBezTo>
                    <a:cubicBezTo>
                      <a:pt x="4211" y="176"/>
                      <a:pt x="4035" y="226"/>
                      <a:pt x="3910" y="326"/>
                    </a:cubicBezTo>
                    <a:lnTo>
                      <a:pt x="3509" y="702"/>
                    </a:lnTo>
                    <a:cubicBezTo>
                      <a:pt x="3427" y="764"/>
                      <a:pt x="3344" y="809"/>
                      <a:pt x="3262" y="809"/>
                    </a:cubicBezTo>
                    <a:cubicBezTo>
                      <a:pt x="3244" y="809"/>
                      <a:pt x="3226" y="807"/>
                      <a:pt x="3208" y="803"/>
                    </a:cubicBezTo>
                    <a:cubicBezTo>
                      <a:pt x="3083" y="803"/>
                      <a:pt x="2983" y="752"/>
                      <a:pt x="2908" y="677"/>
                    </a:cubicBezTo>
                    <a:lnTo>
                      <a:pt x="2557" y="276"/>
                    </a:lnTo>
                    <a:cubicBezTo>
                      <a:pt x="2456" y="151"/>
                      <a:pt x="2306" y="76"/>
                      <a:pt x="2156" y="76"/>
                    </a:cubicBezTo>
                    <a:cubicBezTo>
                      <a:pt x="2126" y="72"/>
                      <a:pt x="2098" y="69"/>
                      <a:pt x="2070" y="69"/>
                    </a:cubicBezTo>
                    <a:cubicBezTo>
                      <a:pt x="1931" y="69"/>
                      <a:pt x="1809" y="122"/>
                      <a:pt x="1705" y="226"/>
                    </a:cubicBezTo>
                    <a:lnTo>
                      <a:pt x="1228" y="627"/>
                    </a:lnTo>
                    <a:cubicBezTo>
                      <a:pt x="1151" y="694"/>
                      <a:pt x="1058" y="726"/>
                      <a:pt x="966" y="726"/>
                    </a:cubicBezTo>
                    <a:cubicBezTo>
                      <a:pt x="851" y="726"/>
                      <a:pt x="736" y="675"/>
                      <a:pt x="652" y="577"/>
                    </a:cubicBezTo>
                    <a:lnTo>
                      <a:pt x="12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" name="Google Shape;60;p2"/>
            <p:cNvGrpSpPr/>
            <p:nvPr/>
          </p:nvGrpSpPr>
          <p:grpSpPr>
            <a:xfrm>
              <a:off x="-7" y="167200"/>
              <a:ext cx="1266969" cy="226225"/>
              <a:chOff x="-7" y="167200"/>
              <a:chExt cx="1266969" cy="226225"/>
            </a:xfrm>
          </p:grpSpPr>
          <p:sp>
            <p:nvSpPr>
              <p:cNvPr id="61" name="Google Shape;61;p2"/>
              <p:cNvSpPr/>
              <p:nvPr/>
            </p:nvSpPr>
            <p:spPr>
              <a:xfrm>
                <a:off x="-7" y="167200"/>
                <a:ext cx="1266969" cy="50339"/>
              </a:xfrm>
              <a:custGeom>
                <a:avLst/>
                <a:gdLst/>
                <a:ahLst/>
                <a:cxnLst/>
                <a:rect l="l" t="t" r="r" b="b"/>
                <a:pathLst>
                  <a:path w="6317" h="251" extrusionOk="0">
                    <a:moveTo>
                      <a:pt x="1" y="0"/>
                    </a:moveTo>
                    <a:lnTo>
                      <a:pt x="1" y="251"/>
                    </a:lnTo>
                    <a:lnTo>
                      <a:pt x="6317" y="251"/>
                    </a:lnTo>
                    <a:lnTo>
                      <a:pt x="631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>
                <a:off x="0" y="338072"/>
                <a:ext cx="698969" cy="55352"/>
              </a:xfrm>
              <a:custGeom>
                <a:avLst/>
                <a:gdLst/>
                <a:ahLst/>
                <a:cxnLst/>
                <a:rect l="l" t="t" r="r" b="b"/>
                <a:pathLst>
                  <a:path w="3485" h="276" extrusionOk="0">
                    <a:moveTo>
                      <a:pt x="1" y="0"/>
                    </a:moveTo>
                    <a:lnTo>
                      <a:pt x="1" y="276"/>
                    </a:lnTo>
                    <a:lnTo>
                      <a:pt x="3485" y="276"/>
                    </a:lnTo>
                    <a:lnTo>
                      <a:pt x="348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8" name="Google Shape;408;p9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409" name="Google Shape;409;p9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410" name="Google Shape;410;p9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411" name="Google Shape;411;p9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12" name="Google Shape;412;p9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13" name="Google Shape;413;p9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14" name="Google Shape;414;p9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15" name="Google Shape;415;p9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416" name="Google Shape;416;p9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17" name="Google Shape;417;p9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18" name="Google Shape;418;p9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19" name="Google Shape;419;p9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20" name="Google Shape;420;p9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421" name="Google Shape;421;p9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22" name="Google Shape;422;p9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23" name="Google Shape;423;p9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424" name="Google Shape;424;p9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425" name="Google Shape;425;p9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426" name="Google Shape;426;p9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427" name="Google Shape;427;p9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28" name="Google Shape;428;p9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29" name="Google Shape;429;p9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30" name="Google Shape;430;p9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431" name="Google Shape;431;p9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432" name="Google Shape;432;p9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33" name="Google Shape;433;p9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34" name="Google Shape;434;p9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35" name="Google Shape;435;p9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436" name="Google Shape;436;p9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437" name="Google Shape;437;p9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38" name="Google Shape;438;p9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39" name="Google Shape;439;p9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grpSp>
            <p:nvGrpSpPr>
              <p:cNvPr id="440" name="Google Shape;440;p9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441" name="Google Shape;441;p9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442" name="Google Shape;442;p9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43" name="Google Shape;443;p9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444" name="Google Shape;444;p9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445" name="Google Shape;445;p9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46" name="Google Shape;446;p9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47" name="Google Shape;447;p9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48" name="Google Shape;448;p9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449" name="Google Shape;449;p9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450" name="Google Shape;450;p9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51" name="Google Shape;451;p9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52" name="Google Shape;452;p9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</p:grpSp>
      </p:grpSp>
      <p:grpSp>
        <p:nvGrpSpPr>
          <p:cNvPr id="453" name="Google Shape;453;p9"/>
          <p:cNvGrpSpPr/>
          <p:nvPr/>
        </p:nvGrpSpPr>
        <p:grpSpPr>
          <a:xfrm>
            <a:off x="-7" y="167200"/>
            <a:ext cx="8952587" cy="4867172"/>
            <a:chOff x="-7" y="167200"/>
            <a:chExt cx="8952587" cy="4867172"/>
          </a:xfrm>
        </p:grpSpPr>
        <p:grpSp>
          <p:nvGrpSpPr>
            <p:cNvPr id="454" name="Google Shape;454;p9"/>
            <p:cNvGrpSpPr/>
            <p:nvPr/>
          </p:nvGrpSpPr>
          <p:grpSpPr>
            <a:xfrm>
              <a:off x="-7" y="167200"/>
              <a:ext cx="1266969" cy="226225"/>
              <a:chOff x="-7" y="167200"/>
              <a:chExt cx="1266969" cy="226225"/>
            </a:xfrm>
          </p:grpSpPr>
          <p:sp>
            <p:nvSpPr>
              <p:cNvPr id="455" name="Google Shape;455;p9"/>
              <p:cNvSpPr/>
              <p:nvPr/>
            </p:nvSpPr>
            <p:spPr>
              <a:xfrm>
                <a:off x="-7" y="167200"/>
                <a:ext cx="1266969" cy="50339"/>
              </a:xfrm>
              <a:custGeom>
                <a:avLst/>
                <a:gdLst/>
                <a:ahLst/>
                <a:cxnLst/>
                <a:rect l="l" t="t" r="r" b="b"/>
                <a:pathLst>
                  <a:path w="6317" h="251" extrusionOk="0">
                    <a:moveTo>
                      <a:pt x="1" y="0"/>
                    </a:moveTo>
                    <a:lnTo>
                      <a:pt x="1" y="251"/>
                    </a:lnTo>
                    <a:lnTo>
                      <a:pt x="6317" y="251"/>
                    </a:lnTo>
                    <a:lnTo>
                      <a:pt x="631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9"/>
              <p:cNvSpPr/>
              <p:nvPr/>
            </p:nvSpPr>
            <p:spPr>
              <a:xfrm>
                <a:off x="0" y="338072"/>
                <a:ext cx="698969" cy="55352"/>
              </a:xfrm>
              <a:custGeom>
                <a:avLst/>
                <a:gdLst/>
                <a:ahLst/>
                <a:cxnLst/>
                <a:rect l="l" t="t" r="r" b="b"/>
                <a:pathLst>
                  <a:path w="3485" h="276" extrusionOk="0">
                    <a:moveTo>
                      <a:pt x="1" y="0"/>
                    </a:moveTo>
                    <a:lnTo>
                      <a:pt x="1" y="276"/>
                    </a:lnTo>
                    <a:lnTo>
                      <a:pt x="3485" y="276"/>
                    </a:lnTo>
                    <a:lnTo>
                      <a:pt x="348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7" name="Google Shape;457;p9"/>
            <p:cNvGrpSpPr/>
            <p:nvPr/>
          </p:nvGrpSpPr>
          <p:grpSpPr>
            <a:xfrm>
              <a:off x="7519182" y="4467918"/>
              <a:ext cx="1433398" cy="566454"/>
              <a:chOff x="7519182" y="4467918"/>
              <a:chExt cx="1433398" cy="566454"/>
            </a:xfrm>
          </p:grpSpPr>
          <p:sp>
            <p:nvSpPr>
              <p:cNvPr id="458" name="Google Shape;458;p9"/>
              <p:cNvSpPr/>
              <p:nvPr/>
            </p:nvSpPr>
            <p:spPr>
              <a:xfrm>
                <a:off x="8561631" y="4643609"/>
                <a:ext cx="390949" cy="390763"/>
              </a:xfrm>
              <a:custGeom>
                <a:avLst/>
                <a:gdLst/>
                <a:ahLst/>
                <a:cxnLst/>
                <a:rect l="l" t="t" r="r" b="b"/>
                <a:pathLst>
                  <a:path w="2107" h="2106" extrusionOk="0">
                    <a:moveTo>
                      <a:pt x="1053" y="426"/>
                    </a:moveTo>
                    <a:cubicBezTo>
                      <a:pt x="1404" y="426"/>
                      <a:pt x="1680" y="702"/>
                      <a:pt x="1680" y="1053"/>
                    </a:cubicBezTo>
                    <a:cubicBezTo>
                      <a:pt x="1680" y="1404"/>
                      <a:pt x="1404" y="1704"/>
                      <a:pt x="1053" y="1704"/>
                    </a:cubicBezTo>
                    <a:cubicBezTo>
                      <a:pt x="703" y="1704"/>
                      <a:pt x="427" y="1404"/>
                      <a:pt x="427" y="1053"/>
                    </a:cubicBezTo>
                    <a:cubicBezTo>
                      <a:pt x="427" y="702"/>
                      <a:pt x="703" y="426"/>
                      <a:pt x="1053" y="426"/>
                    </a:cubicBezTo>
                    <a:close/>
                    <a:moveTo>
                      <a:pt x="1053" y="0"/>
                    </a:moveTo>
                    <a:cubicBezTo>
                      <a:pt x="477" y="0"/>
                      <a:pt x="1" y="476"/>
                      <a:pt x="1" y="1053"/>
                    </a:cubicBezTo>
                    <a:cubicBezTo>
                      <a:pt x="1" y="1629"/>
                      <a:pt x="477" y="2105"/>
                      <a:pt x="1053" y="2105"/>
                    </a:cubicBezTo>
                    <a:cubicBezTo>
                      <a:pt x="1630" y="2105"/>
                      <a:pt x="2106" y="1629"/>
                      <a:pt x="2106" y="1053"/>
                    </a:cubicBezTo>
                    <a:cubicBezTo>
                      <a:pt x="2106" y="476"/>
                      <a:pt x="1630" y="0"/>
                      <a:pt x="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9"/>
              <p:cNvSpPr/>
              <p:nvPr/>
            </p:nvSpPr>
            <p:spPr>
              <a:xfrm>
                <a:off x="7519182" y="4467918"/>
                <a:ext cx="1074296" cy="175676"/>
              </a:xfrm>
              <a:custGeom>
                <a:avLst/>
                <a:gdLst/>
                <a:ahLst/>
                <a:cxnLst/>
                <a:rect l="l" t="t" r="r" b="b"/>
                <a:pathLst>
                  <a:path w="6292" h="1029" extrusionOk="0">
                    <a:moveTo>
                      <a:pt x="126" y="1"/>
                    </a:moveTo>
                    <a:lnTo>
                      <a:pt x="0" y="126"/>
                    </a:lnTo>
                    <a:lnTo>
                      <a:pt x="502" y="702"/>
                    </a:lnTo>
                    <a:cubicBezTo>
                      <a:pt x="627" y="842"/>
                      <a:pt x="799" y="911"/>
                      <a:pt x="969" y="911"/>
                    </a:cubicBezTo>
                    <a:cubicBezTo>
                      <a:pt x="1106" y="911"/>
                      <a:pt x="1242" y="867"/>
                      <a:pt x="1354" y="778"/>
                    </a:cubicBezTo>
                    <a:lnTo>
                      <a:pt x="1830" y="351"/>
                    </a:lnTo>
                    <a:cubicBezTo>
                      <a:pt x="1905" y="276"/>
                      <a:pt x="2030" y="251"/>
                      <a:pt x="2131" y="251"/>
                    </a:cubicBezTo>
                    <a:cubicBezTo>
                      <a:pt x="2256" y="251"/>
                      <a:pt x="2356" y="301"/>
                      <a:pt x="2431" y="402"/>
                    </a:cubicBezTo>
                    <a:lnTo>
                      <a:pt x="2757" y="778"/>
                    </a:lnTo>
                    <a:cubicBezTo>
                      <a:pt x="2882" y="903"/>
                      <a:pt x="3033" y="978"/>
                      <a:pt x="3183" y="1003"/>
                    </a:cubicBezTo>
                    <a:cubicBezTo>
                      <a:pt x="3359" y="1003"/>
                      <a:pt x="3509" y="953"/>
                      <a:pt x="3634" y="828"/>
                    </a:cubicBezTo>
                    <a:lnTo>
                      <a:pt x="4035" y="477"/>
                    </a:lnTo>
                    <a:cubicBezTo>
                      <a:pt x="4136" y="402"/>
                      <a:pt x="4236" y="351"/>
                      <a:pt x="4361" y="351"/>
                    </a:cubicBezTo>
                    <a:cubicBezTo>
                      <a:pt x="4487" y="377"/>
                      <a:pt x="4587" y="427"/>
                      <a:pt x="4662" y="527"/>
                    </a:cubicBezTo>
                    <a:lnTo>
                      <a:pt x="4862" y="778"/>
                    </a:lnTo>
                    <a:cubicBezTo>
                      <a:pt x="4963" y="928"/>
                      <a:pt x="5138" y="1003"/>
                      <a:pt x="5314" y="1028"/>
                    </a:cubicBezTo>
                    <a:cubicBezTo>
                      <a:pt x="5489" y="1028"/>
                      <a:pt x="5664" y="953"/>
                      <a:pt x="5790" y="828"/>
                    </a:cubicBezTo>
                    <a:lnTo>
                      <a:pt x="6291" y="301"/>
                    </a:lnTo>
                    <a:lnTo>
                      <a:pt x="6141" y="176"/>
                    </a:lnTo>
                    <a:lnTo>
                      <a:pt x="5639" y="702"/>
                    </a:lnTo>
                    <a:cubicBezTo>
                      <a:pt x="5564" y="803"/>
                      <a:pt x="5439" y="828"/>
                      <a:pt x="5314" y="828"/>
                    </a:cubicBezTo>
                    <a:cubicBezTo>
                      <a:pt x="5188" y="828"/>
                      <a:pt x="5088" y="778"/>
                      <a:pt x="5013" y="677"/>
                    </a:cubicBezTo>
                    <a:lnTo>
                      <a:pt x="4787" y="402"/>
                    </a:lnTo>
                    <a:cubicBezTo>
                      <a:pt x="4687" y="276"/>
                      <a:pt x="4537" y="201"/>
                      <a:pt x="4361" y="176"/>
                    </a:cubicBezTo>
                    <a:cubicBezTo>
                      <a:pt x="4211" y="176"/>
                      <a:pt x="4035" y="226"/>
                      <a:pt x="3910" y="326"/>
                    </a:cubicBezTo>
                    <a:lnTo>
                      <a:pt x="3509" y="702"/>
                    </a:lnTo>
                    <a:cubicBezTo>
                      <a:pt x="3427" y="764"/>
                      <a:pt x="3344" y="809"/>
                      <a:pt x="3262" y="809"/>
                    </a:cubicBezTo>
                    <a:cubicBezTo>
                      <a:pt x="3244" y="809"/>
                      <a:pt x="3226" y="807"/>
                      <a:pt x="3208" y="803"/>
                    </a:cubicBezTo>
                    <a:cubicBezTo>
                      <a:pt x="3083" y="803"/>
                      <a:pt x="2983" y="752"/>
                      <a:pt x="2908" y="677"/>
                    </a:cubicBezTo>
                    <a:lnTo>
                      <a:pt x="2557" y="276"/>
                    </a:lnTo>
                    <a:cubicBezTo>
                      <a:pt x="2456" y="151"/>
                      <a:pt x="2306" y="76"/>
                      <a:pt x="2156" y="76"/>
                    </a:cubicBezTo>
                    <a:cubicBezTo>
                      <a:pt x="2126" y="72"/>
                      <a:pt x="2098" y="69"/>
                      <a:pt x="2070" y="69"/>
                    </a:cubicBezTo>
                    <a:cubicBezTo>
                      <a:pt x="1931" y="69"/>
                      <a:pt x="1809" y="122"/>
                      <a:pt x="1705" y="226"/>
                    </a:cubicBezTo>
                    <a:lnTo>
                      <a:pt x="1228" y="627"/>
                    </a:lnTo>
                    <a:cubicBezTo>
                      <a:pt x="1151" y="694"/>
                      <a:pt x="1058" y="726"/>
                      <a:pt x="966" y="726"/>
                    </a:cubicBezTo>
                    <a:cubicBezTo>
                      <a:pt x="851" y="726"/>
                      <a:pt x="736" y="675"/>
                      <a:pt x="652" y="577"/>
                    </a:cubicBezTo>
                    <a:lnTo>
                      <a:pt x="12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60" name="Google Shape;460;p9"/>
          <p:cNvSpPr txBox="1">
            <a:spLocks noGrp="1"/>
          </p:cNvSpPr>
          <p:nvPr>
            <p:ph type="title"/>
          </p:nvPr>
        </p:nvSpPr>
        <p:spPr>
          <a:xfrm>
            <a:off x="901875" y="1621638"/>
            <a:ext cx="3496200" cy="959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500"/>
              <a:buNone/>
              <a:defRPr sz="7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61" name="Google Shape;461;p9"/>
          <p:cNvSpPr txBox="1">
            <a:spLocks noGrp="1"/>
          </p:cNvSpPr>
          <p:nvPr>
            <p:ph type="subTitle" idx="1"/>
          </p:nvPr>
        </p:nvSpPr>
        <p:spPr>
          <a:xfrm>
            <a:off x="901875" y="2657562"/>
            <a:ext cx="3496200" cy="8643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9" name="Google Shape;529;p13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530" name="Google Shape;530;p13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531" name="Google Shape;531;p13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532" name="Google Shape;532;p13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3" name="Google Shape;533;p13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4" name="Google Shape;534;p13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5" name="Google Shape;535;p13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36" name="Google Shape;536;p13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537" name="Google Shape;537;p13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8" name="Google Shape;538;p13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39" name="Google Shape;539;p13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0" name="Google Shape;540;p13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41" name="Google Shape;541;p13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542" name="Google Shape;542;p13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3" name="Google Shape;543;p13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44" name="Google Shape;544;p13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45" name="Google Shape;545;p13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546" name="Google Shape;546;p13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547" name="Google Shape;547;p13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548" name="Google Shape;548;p13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49" name="Google Shape;549;p13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50" name="Google Shape;550;p1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51" name="Google Shape;551;p13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552" name="Google Shape;552;p13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553" name="Google Shape;553;p13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54" name="Google Shape;554;p13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55" name="Google Shape;555;p1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56" name="Google Shape;556;p13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557" name="Google Shape;557;p13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558" name="Google Shape;558;p13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59" name="Google Shape;559;p13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60" name="Google Shape;560;p1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grpSp>
            <p:nvGrpSpPr>
              <p:cNvPr id="561" name="Google Shape;561;p13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562" name="Google Shape;562;p13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563" name="Google Shape;563;p1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64" name="Google Shape;564;p13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565" name="Google Shape;565;p13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566" name="Google Shape;566;p13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67" name="Google Shape;567;p13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68" name="Google Shape;568;p1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69" name="Google Shape;569;p13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570" name="Google Shape;570;p13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571" name="Google Shape;571;p13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72" name="Google Shape;572;p13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573" name="Google Shape;573;p13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</p:grpSp>
      </p:grpSp>
      <p:sp>
        <p:nvSpPr>
          <p:cNvPr id="574" name="Google Shape;574;p13"/>
          <p:cNvSpPr txBox="1">
            <a:spLocks noGrp="1"/>
          </p:cNvSpPr>
          <p:nvPr>
            <p:ph type="subTitle" idx="1"/>
          </p:nvPr>
        </p:nvSpPr>
        <p:spPr>
          <a:xfrm>
            <a:off x="1454699" y="1727500"/>
            <a:ext cx="2891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575" name="Google Shape;575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6" name="Google Shape;576;p13"/>
          <p:cNvSpPr txBox="1">
            <a:spLocks noGrp="1"/>
          </p:cNvSpPr>
          <p:nvPr>
            <p:ph type="subTitle" idx="2"/>
          </p:nvPr>
        </p:nvSpPr>
        <p:spPr>
          <a:xfrm>
            <a:off x="713225" y="2181950"/>
            <a:ext cx="3633000" cy="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7" name="Google Shape;577;p13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1727495"/>
            <a:ext cx="734700" cy="447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8" name="Google Shape;578;p13"/>
          <p:cNvSpPr txBox="1">
            <a:spLocks noGrp="1"/>
          </p:cNvSpPr>
          <p:nvPr>
            <p:ph type="subTitle" idx="4"/>
          </p:nvPr>
        </p:nvSpPr>
        <p:spPr>
          <a:xfrm>
            <a:off x="5532475" y="1727500"/>
            <a:ext cx="2891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579" name="Google Shape;579;p13"/>
          <p:cNvSpPr txBox="1">
            <a:spLocks noGrp="1"/>
          </p:cNvSpPr>
          <p:nvPr>
            <p:ph type="subTitle" idx="5"/>
          </p:nvPr>
        </p:nvSpPr>
        <p:spPr>
          <a:xfrm>
            <a:off x="4791000" y="2181950"/>
            <a:ext cx="3633000" cy="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0" name="Google Shape;580;p13"/>
          <p:cNvSpPr txBox="1">
            <a:spLocks noGrp="1"/>
          </p:cNvSpPr>
          <p:nvPr>
            <p:ph type="title" idx="6" hasCustomPrompt="1"/>
          </p:nvPr>
        </p:nvSpPr>
        <p:spPr>
          <a:xfrm>
            <a:off x="4797775" y="1727495"/>
            <a:ext cx="734700" cy="447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1" name="Google Shape;581;p13"/>
          <p:cNvSpPr txBox="1">
            <a:spLocks noGrp="1"/>
          </p:cNvSpPr>
          <p:nvPr>
            <p:ph type="subTitle" idx="7"/>
          </p:nvPr>
        </p:nvSpPr>
        <p:spPr>
          <a:xfrm>
            <a:off x="1454699" y="3202550"/>
            <a:ext cx="2891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582" name="Google Shape;582;p13"/>
          <p:cNvSpPr txBox="1">
            <a:spLocks noGrp="1"/>
          </p:cNvSpPr>
          <p:nvPr>
            <p:ph type="subTitle" idx="8"/>
          </p:nvPr>
        </p:nvSpPr>
        <p:spPr>
          <a:xfrm>
            <a:off x="713225" y="3657000"/>
            <a:ext cx="3633000" cy="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3" name="Google Shape;583;p13"/>
          <p:cNvSpPr txBox="1">
            <a:spLocks noGrp="1"/>
          </p:cNvSpPr>
          <p:nvPr>
            <p:ph type="title" idx="9" hasCustomPrompt="1"/>
          </p:nvPr>
        </p:nvSpPr>
        <p:spPr>
          <a:xfrm>
            <a:off x="720000" y="3202545"/>
            <a:ext cx="734700" cy="447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4" name="Google Shape;584;p13"/>
          <p:cNvSpPr txBox="1">
            <a:spLocks noGrp="1"/>
          </p:cNvSpPr>
          <p:nvPr>
            <p:ph type="subTitle" idx="13"/>
          </p:nvPr>
        </p:nvSpPr>
        <p:spPr>
          <a:xfrm>
            <a:off x="5532475" y="3202550"/>
            <a:ext cx="2891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rlow Semi Condensed"/>
              <a:buNone/>
              <a:defRPr sz="2400" b="1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585" name="Google Shape;585;p13"/>
          <p:cNvSpPr txBox="1">
            <a:spLocks noGrp="1"/>
          </p:cNvSpPr>
          <p:nvPr>
            <p:ph type="subTitle" idx="14"/>
          </p:nvPr>
        </p:nvSpPr>
        <p:spPr>
          <a:xfrm>
            <a:off x="4791000" y="3657000"/>
            <a:ext cx="3633000" cy="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6" name="Google Shape;586;p13"/>
          <p:cNvSpPr txBox="1">
            <a:spLocks noGrp="1"/>
          </p:cNvSpPr>
          <p:nvPr>
            <p:ph type="title" idx="15" hasCustomPrompt="1"/>
          </p:nvPr>
        </p:nvSpPr>
        <p:spPr>
          <a:xfrm>
            <a:off x="4797775" y="3202545"/>
            <a:ext cx="734700" cy="4476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587" name="Google Shape;587;p13"/>
          <p:cNvGrpSpPr/>
          <p:nvPr/>
        </p:nvGrpSpPr>
        <p:grpSpPr>
          <a:xfrm>
            <a:off x="-7" y="117416"/>
            <a:ext cx="8941384" cy="4905859"/>
            <a:chOff x="-7" y="117416"/>
            <a:chExt cx="8941384" cy="4905859"/>
          </a:xfrm>
        </p:grpSpPr>
        <p:grpSp>
          <p:nvGrpSpPr>
            <p:cNvPr id="588" name="Google Shape;588;p13"/>
            <p:cNvGrpSpPr/>
            <p:nvPr/>
          </p:nvGrpSpPr>
          <p:grpSpPr>
            <a:xfrm>
              <a:off x="-7" y="4797050"/>
              <a:ext cx="1266969" cy="226225"/>
              <a:chOff x="-7" y="167200"/>
              <a:chExt cx="1266969" cy="226225"/>
            </a:xfrm>
          </p:grpSpPr>
          <p:sp>
            <p:nvSpPr>
              <p:cNvPr id="589" name="Google Shape;589;p13"/>
              <p:cNvSpPr/>
              <p:nvPr/>
            </p:nvSpPr>
            <p:spPr>
              <a:xfrm>
                <a:off x="-7" y="167200"/>
                <a:ext cx="1266969" cy="50339"/>
              </a:xfrm>
              <a:custGeom>
                <a:avLst/>
                <a:gdLst/>
                <a:ahLst/>
                <a:cxnLst/>
                <a:rect l="l" t="t" r="r" b="b"/>
                <a:pathLst>
                  <a:path w="6317" h="251" extrusionOk="0">
                    <a:moveTo>
                      <a:pt x="1" y="0"/>
                    </a:moveTo>
                    <a:lnTo>
                      <a:pt x="1" y="251"/>
                    </a:lnTo>
                    <a:lnTo>
                      <a:pt x="6317" y="251"/>
                    </a:lnTo>
                    <a:lnTo>
                      <a:pt x="631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13"/>
              <p:cNvSpPr/>
              <p:nvPr/>
            </p:nvSpPr>
            <p:spPr>
              <a:xfrm>
                <a:off x="0" y="338072"/>
                <a:ext cx="698969" cy="55352"/>
              </a:xfrm>
              <a:custGeom>
                <a:avLst/>
                <a:gdLst/>
                <a:ahLst/>
                <a:cxnLst/>
                <a:rect l="l" t="t" r="r" b="b"/>
                <a:pathLst>
                  <a:path w="3485" h="276" extrusionOk="0">
                    <a:moveTo>
                      <a:pt x="1" y="0"/>
                    </a:moveTo>
                    <a:lnTo>
                      <a:pt x="1" y="276"/>
                    </a:lnTo>
                    <a:lnTo>
                      <a:pt x="3485" y="276"/>
                    </a:lnTo>
                    <a:lnTo>
                      <a:pt x="348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91" name="Google Shape;591;p13"/>
            <p:cNvSpPr/>
            <p:nvPr/>
          </p:nvSpPr>
          <p:spPr>
            <a:xfrm>
              <a:off x="8608176" y="4514350"/>
              <a:ext cx="333201" cy="333048"/>
            </a:xfrm>
            <a:custGeom>
              <a:avLst/>
              <a:gdLst/>
              <a:ahLst/>
              <a:cxnLst/>
              <a:rect l="l" t="t" r="r" b="b"/>
              <a:pathLst>
                <a:path w="2107" h="2106" extrusionOk="0">
                  <a:moveTo>
                    <a:pt x="1053" y="426"/>
                  </a:moveTo>
                  <a:cubicBezTo>
                    <a:pt x="1404" y="426"/>
                    <a:pt x="1680" y="702"/>
                    <a:pt x="1680" y="1053"/>
                  </a:cubicBezTo>
                  <a:cubicBezTo>
                    <a:pt x="1680" y="1404"/>
                    <a:pt x="1404" y="1704"/>
                    <a:pt x="1053" y="1704"/>
                  </a:cubicBezTo>
                  <a:cubicBezTo>
                    <a:pt x="703" y="1704"/>
                    <a:pt x="427" y="1404"/>
                    <a:pt x="427" y="1053"/>
                  </a:cubicBezTo>
                  <a:cubicBezTo>
                    <a:pt x="427" y="702"/>
                    <a:pt x="703" y="426"/>
                    <a:pt x="1053" y="426"/>
                  </a:cubicBezTo>
                  <a:close/>
                  <a:moveTo>
                    <a:pt x="1053" y="0"/>
                  </a:moveTo>
                  <a:cubicBezTo>
                    <a:pt x="477" y="0"/>
                    <a:pt x="1" y="476"/>
                    <a:pt x="1" y="1053"/>
                  </a:cubicBezTo>
                  <a:cubicBezTo>
                    <a:pt x="1" y="1629"/>
                    <a:pt x="477" y="2105"/>
                    <a:pt x="1053" y="2105"/>
                  </a:cubicBezTo>
                  <a:cubicBezTo>
                    <a:pt x="1630" y="2105"/>
                    <a:pt x="2106" y="1629"/>
                    <a:pt x="2106" y="1053"/>
                  </a:cubicBezTo>
                  <a:cubicBezTo>
                    <a:pt x="2106" y="476"/>
                    <a:pt x="1630" y="0"/>
                    <a:pt x="10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3"/>
            <p:cNvSpPr/>
            <p:nvPr/>
          </p:nvSpPr>
          <p:spPr>
            <a:xfrm>
              <a:off x="1861082" y="117416"/>
              <a:ext cx="1074296" cy="175676"/>
            </a:xfrm>
            <a:custGeom>
              <a:avLst/>
              <a:gdLst/>
              <a:ahLst/>
              <a:cxnLst/>
              <a:rect l="l" t="t" r="r" b="b"/>
              <a:pathLst>
                <a:path w="6292" h="1029" extrusionOk="0">
                  <a:moveTo>
                    <a:pt x="126" y="1"/>
                  </a:moveTo>
                  <a:lnTo>
                    <a:pt x="0" y="126"/>
                  </a:lnTo>
                  <a:lnTo>
                    <a:pt x="502" y="702"/>
                  </a:lnTo>
                  <a:cubicBezTo>
                    <a:pt x="627" y="842"/>
                    <a:pt x="799" y="911"/>
                    <a:pt x="969" y="911"/>
                  </a:cubicBezTo>
                  <a:cubicBezTo>
                    <a:pt x="1106" y="911"/>
                    <a:pt x="1242" y="867"/>
                    <a:pt x="1354" y="778"/>
                  </a:cubicBezTo>
                  <a:lnTo>
                    <a:pt x="1830" y="351"/>
                  </a:lnTo>
                  <a:cubicBezTo>
                    <a:pt x="1905" y="276"/>
                    <a:pt x="2030" y="251"/>
                    <a:pt x="2131" y="251"/>
                  </a:cubicBezTo>
                  <a:cubicBezTo>
                    <a:pt x="2256" y="251"/>
                    <a:pt x="2356" y="301"/>
                    <a:pt x="2431" y="402"/>
                  </a:cubicBezTo>
                  <a:lnTo>
                    <a:pt x="2757" y="778"/>
                  </a:lnTo>
                  <a:cubicBezTo>
                    <a:pt x="2882" y="903"/>
                    <a:pt x="3033" y="978"/>
                    <a:pt x="3183" y="1003"/>
                  </a:cubicBezTo>
                  <a:cubicBezTo>
                    <a:pt x="3359" y="1003"/>
                    <a:pt x="3509" y="953"/>
                    <a:pt x="3634" y="828"/>
                  </a:cubicBezTo>
                  <a:lnTo>
                    <a:pt x="4035" y="477"/>
                  </a:lnTo>
                  <a:cubicBezTo>
                    <a:pt x="4136" y="402"/>
                    <a:pt x="4236" y="351"/>
                    <a:pt x="4361" y="351"/>
                  </a:cubicBezTo>
                  <a:cubicBezTo>
                    <a:pt x="4487" y="377"/>
                    <a:pt x="4587" y="427"/>
                    <a:pt x="4662" y="527"/>
                  </a:cubicBezTo>
                  <a:lnTo>
                    <a:pt x="4862" y="778"/>
                  </a:lnTo>
                  <a:cubicBezTo>
                    <a:pt x="4963" y="928"/>
                    <a:pt x="5138" y="1003"/>
                    <a:pt x="5314" y="1028"/>
                  </a:cubicBezTo>
                  <a:cubicBezTo>
                    <a:pt x="5489" y="1028"/>
                    <a:pt x="5664" y="953"/>
                    <a:pt x="5790" y="828"/>
                  </a:cubicBezTo>
                  <a:lnTo>
                    <a:pt x="6291" y="301"/>
                  </a:lnTo>
                  <a:lnTo>
                    <a:pt x="6141" y="176"/>
                  </a:lnTo>
                  <a:lnTo>
                    <a:pt x="5639" y="702"/>
                  </a:lnTo>
                  <a:cubicBezTo>
                    <a:pt x="5564" y="803"/>
                    <a:pt x="5439" y="828"/>
                    <a:pt x="5314" y="828"/>
                  </a:cubicBezTo>
                  <a:cubicBezTo>
                    <a:pt x="5188" y="828"/>
                    <a:pt x="5088" y="778"/>
                    <a:pt x="5013" y="677"/>
                  </a:cubicBezTo>
                  <a:lnTo>
                    <a:pt x="4787" y="402"/>
                  </a:lnTo>
                  <a:cubicBezTo>
                    <a:pt x="4687" y="276"/>
                    <a:pt x="4537" y="201"/>
                    <a:pt x="4361" y="176"/>
                  </a:cubicBezTo>
                  <a:cubicBezTo>
                    <a:pt x="4211" y="176"/>
                    <a:pt x="4035" y="226"/>
                    <a:pt x="3910" y="326"/>
                  </a:cubicBezTo>
                  <a:lnTo>
                    <a:pt x="3509" y="702"/>
                  </a:lnTo>
                  <a:cubicBezTo>
                    <a:pt x="3427" y="764"/>
                    <a:pt x="3344" y="809"/>
                    <a:pt x="3262" y="809"/>
                  </a:cubicBezTo>
                  <a:cubicBezTo>
                    <a:pt x="3244" y="809"/>
                    <a:pt x="3226" y="807"/>
                    <a:pt x="3208" y="803"/>
                  </a:cubicBezTo>
                  <a:cubicBezTo>
                    <a:pt x="3083" y="803"/>
                    <a:pt x="2983" y="752"/>
                    <a:pt x="2908" y="677"/>
                  </a:cubicBezTo>
                  <a:lnTo>
                    <a:pt x="2557" y="276"/>
                  </a:lnTo>
                  <a:cubicBezTo>
                    <a:pt x="2456" y="151"/>
                    <a:pt x="2306" y="76"/>
                    <a:pt x="2156" y="76"/>
                  </a:cubicBezTo>
                  <a:cubicBezTo>
                    <a:pt x="2126" y="72"/>
                    <a:pt x="2098" y="69"/>
                    <a:pt x="2070" y="69"/>
                  </a:cubicBezTo>
                  <a:cubicBezTo>
                    <a:pt x="1931" y="69"/>
                    <a:pt x="1809" y="122"/>
                    <a:pt x="1705" y="226"/>
                  </a:cubicBezTo>
                  <a:lnTo>
                    <a:pt x="1228" y="627"/>
                  </a:lnTo>
                  <a:cubicBezTo>
                    <a:pt x="1151" y="694"/>
                    <a:pt x="1058" y="726"/>
                    <a:pt x="966" y="726"/>
                  </a:cubicBezTo>
                  <a:cubicBezTo>
                    <a:pt x="851" y="726"/>
                    <a:pt x="736" y="675"/>
                    <a:pt x="652" y="577"/>
                  </a:cubicBezTo>
                  <a:lnTo>
                    <a:pt x="1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6" name="Google Shape;1306;p26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1307" name="Google Shape;1307;p26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1308" name="Google Shape;1308;p26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1309" name="Google Shape;1309;p26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10" name="Google Shape;1310;p26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11" name="Google Shape;1311;p26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12" name="Google Shape;1312;p26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313" name="Google Shape;1313;p26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1314" name="Google Shape;1314;p26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15" name="Google Shape;1315;p26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16" name="Google Shape;1316;p26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17" name="Google Shape;1317;p26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318" name="Google Shape;1318;p26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1319" name="Google Shape;1319;p26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0" name="Google Shape;1320;p26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21" name="Google Shape;1321;p26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322" name="Google Shape;1322;p26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1323" name="Google Shape;1323;p26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1324" name="Google Shape;1324;p26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325" name="Google Shape;1325;p26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26" name="Google Shape;1326;p26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27" name="Google Shape;1327;p26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28" name="Google Shape;1328;p26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329" name="Google Shape;1329;p26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330" name="Google Shape;1330;p26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31" name="Google Shape;1331;p26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32" name="Google Shape;1332;p26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33" name="Google Shape;1333;p26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334" name="Google Shape;1334;p26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1335" name="Google Shape;1335;p26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36" name="Google Shape;1336;p26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37" name="Google Shape;1337;p26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grpSp>
            <p:nvGrpSpPr>
              <p:cNvPr id="1338" name="Google Shape;1338;p26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1339" name="Google Shape;1339;p26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1340" name="Google Shape;1340;p26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41" name="Google Shape;1341;p26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342" name="Google Shape;1342;p26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343" name="Google Shape;1343;p26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44" name="Google Shape;1344;p26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45" name="Google Shape;1345;p26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46" name="Google Shape;1346;p26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347" name="Google Shape;1347;p26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1348" name="Google Shape;1348;p26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49" name="Google Shape;1349;p26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50" name="Google Shape;1350;p26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2" name="Google Shape;1352;p27"/>
          <p:cNvGrpSpPr/>
          <p:nvPr/>
        </p:nvGrpSpPr>
        <p:grpSpPr>
          <a:xfrm flipH="1">
            <a:off x="0" y="-161849"/>
            <a:ext cx="9144000" cy="5467198"/>
            <a:chOff x="0" y="-171451"/>
            <a:chExt cx="9144000" cy="5467198"/>
          </a:xfrm>
        </p:grpSpPr>
        <p:grpSp>
          <p:nvGrpSpPr>
            <p:cNvPr id="1353" name="Google Shape;1353;p27"/>
            <p:cNvGrpSpPr/>
            <p:nvPr/>
          </p:nvGrpSpPr>
          <p:grpSpPr>
            <a:xfrm>
              <a:off x="0" y="135850"/>
              <a:ext cx="9144000" cy="4654700"/>
              <a:chOff x="12075" y="212050"/>
              <a:chExt cx="9144000" cy="4654700"/>
            </a:xfrm>
          </p:grpSpPr>
          <p:grpSp>
            <p:nvGrpSpPr>
              <p:cNvPr id="1354" name="Google Shape;1354;p27"/>
              <p:cNvGrpSpPr/>
              <p:nvPr/>
            </p:nvGrpSpPr>
            <p:grpSpPr>
              <a:xfrm>
                <a:off x="12075" y="212050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1355" name="Google Shape;1355;p27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56" name="Google Shape;1356;p27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57" name="Google Shape;1357;p27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58" name="Google Shape;1358;p27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359" name="Google Shape;1359;p27"/>
              <p:cNvGrpSpPr/>
              <p:nvPr/>
            </p:nvGrpSpPr>
            <p:grpSpPr>
              <a:xfrm>
                <a:off x="12075" y="2073925"/>
                <a:ext cx="9144000" cy="1396425"/>
                <a:chOff x="12075" y="212050"/>
                <a:chExt cx="9144000" cy="1396425"/>
              </a:xfrm>
            </p:grpSpPr>
            <p:cxnSp>
              <p:nvCxnSpPr>
                <p:cNvPr id="1360" name="Google Shape;1360;p27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1" name="Google Shape;1361;p27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2" name="Google Shape;1362;p27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3" name="Google Shape;1363;p27"/>
                <p:cNvCxnSpPr/>
                <p:nvPr/>
              </p:nvCxnSpPr>
              <p:spPr>
                <a:xfrm>
                  <a:off x="12075" y="160847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364" name="Google Shape;1364;p27"/>
              <p:cNvGrpSpPr/>
              <p:nvPr/>
            </p:nvGrpSpPr>
            <p:grpSpPr>
              <a:xfrm>
                <a:off x="12075" y="3935800"/>
                <a:ext cx="9144000" cy="930950"/>
                <a:chOff x="12075" y="212050"/>
                <a:chExt cx="9144000" cy="930950"/>
              </a:xfrm>
            </p:grpSpPr>
            <p:cxnSp>
              <p:nvCxnSpPr>
                <p:cNvPr id="1365" name="Google Shape;1365;p27"/>
                <p:cNvCxnSpPr/>
                <p:nvPr/>
              </p:nvCxnSpPr>
              <p:spPr>
                <a:xfrm>
                  <a:off x="12075" y="21205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6" name="Google Shape;1366;p27"/>
                <p:cNvCxnSpPr/>
                <p:nvPr/>
              </p:nvCxnSpPr>
              <p:spPr>
                <a:xfrm>
                  <a:off x="12075" y="677525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367" name="Google Shape;1367;p27"/>
                <p:cNvCxnSpPr/>
                <p:nvPr/>
              </p:nvCxnSpPr>
              <p:spPr>
                <a:xfrm>
                  <a:off x="12075" y="1143000"/>
                  <a:ext cx="9144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4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368" name="Google Shape;1368;p27"/>
            <p:cNvGrpSpPr/>
            <p:nvPr/>
          </p:nvGrpSpPr>
          <p:grpSpPr>
            <a:xfrm>
              <a:off x="213575" y="-171451"/>
              <a:ext cx="8855100" cy="5467198"/>
              <a:chOff x="213575" y="-171451"/>
              <a:chExt cx="8855100" cy="5467198"/>
            </a:xfrm>
          </p:grpSpPr>
          <p:grpSp>
            <p:nvGrpSpPr>
              <p:cNvPr id="1369" name="Google Shape;1369;p27"/>
              <p:cNvGrpSpPr/>
              <p:nvPr/>
            </p:nvGrpSpPr>
            <p:grpSpPr>
              <a:xfrm rot="5400000">
                <a:off x="-192674" y="234798"/>
                <a:ext cx="5467198" cy="4654700"/>
                <a:chOff x="12075" y="444775"/>
                <a:chExt cx="9144000" cy="4654700"/>
              </a:xfrm>
            </p:grpSpPr>
            <p:grpSp>
              <p:nvGrpSpPr>
                <p:cNvPr id="1370" name="Google Shape;1370;p27"/>
                <p:cNvGrpSpPr/>
                <p:nvPr/>
              </p:nvGrpSpPr>
              <p:grpSpPr>
                <a:xfrm>
                  <a:off x="12075" y="444775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371" name="Google Shape;1371;p27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72" name="Google Shape;1372;p27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73" name="Google Shape;1373;p27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74" name="Google Shape;1374;p27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375" name="Google Shape;1375;p27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376" name="Google Shape;1376;p27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77" name="Google Shape;1377;p27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78" name="Google Shape;1378;p27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79" name="Google Shape;1379;p27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380" name="Google Shape;1380;p27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1381" name="Google Shape;1381;p27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82" name="Google Shape;1382;p27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83" name="Google Shape;1383;p27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  <p:grpSp>
            <p:nvGrpSpPr>
              <p:cNvPr id="1384" name="Google Shape;1384;p27"/>
              <p:cNvGrpSpPr/>
              <p:nvPr/>
            </p:nvGrpSpPr>
            <p:grpSpPr>
              <a:xfrm rot="5400000">
                <a:off x="4473201" y="700273"/>
                <a:ext cx="5467198" cy="3723750"/>
                <a:chOff x="12075" y="1375725"/>
                <a:chExt cx="9144000" cy="3723750"/>
              </a:xfrm>
            </p:grpSpPr>
            <p:grpSp>
              <p:nvGrpSpPr>
                <p:cNvPr id="1385" name="Google Shape;1385;p27"/>
                <p:cNvGrpSpPr/>
                <p:nvPr/>
              </p:nvGrpSpPr>
              <p:grpSpPr>
                <a:xfrm>
                  <a:off x="12075" y="1375725"/>
                  <a:ext cx="9144000" cy="465475"/>
                  <a:chOff x="12075" y="1375725"/>
                  <a:chExt cx="9144000" cy="465475"/>
                </a:xfrm>
              </p:grpSpPr>
              <p:cxnSp>
                <p:nvCxnSpPr>
                  <p:cNvPr id="1386" name="Google Shape;1386;p27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87" name="Google Shape;1387;p27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388" name="Google Shape;1388;p27"/>
                <p:cNvGrpSpPr/>
                <p:nvPr/>
              </p:nvGrpSpPr>
              <p:grpSpPr>
                <a:xfrm>
                  <a:off x="12075" y="2306650"/>
                  <a:ext cx="9144000" cy="1396425"/>
                  <a:chOff x="12075" y="444775"/>
                  <a:chExt cx="9144000" cy="1396425"/>
                </a:xfrm>
              </p:grpSpPr>
              <p:cxnSp>
                <p:nvCxnSpPr>
                  <p:cNvPr id="1389" name="Google Shape;1389;p27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90" name="Google Shape;1390;p27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91" name="Google Shape;1391;p27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92" name="Google Shape;1392;p27"/>
                  <p:cNvCxnSpPr/>
                  <p:nvPr/>
                </p:nvCxnSpPr>
                <p:spPr>
                  <a:xfrm>
                    <a:off x="12075" y="184120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  <p:grpSp>
              <p:nvGrpSpPr>
                <p:cNvPr id="1393" name="Google Shape;1393;p27"/>
                <p:cNvGrpSpPr/>
                <p:nvPr/>
              </p:nvGrpSpPr>
              <p:grpSpPr>
                <a:xfrm>
                  <a:off x="12075" y="4168525"/>
                  <a:ext cx="9144000" cy="930950"/>
                  <a:chOff x="12075" y="444775"/>
                  <a:chExt cx="9144000" cy="930950"/>
                </a:xfrm>
              </p:grpSpPr>
              <p:cxnSp>
                <p:nvCxnSpPr>
                  <p:cNvPr id="1394" name="Google Shape;1394;p27"/>
                  <p:cNvCxnSpPr/>
                  <p:nvPr/>
                </p:nvCxnSpPr>
                <p:spPr>
                  <a:xfrm>
                    <a:off x="12075" y="44477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95" name="Google Shape;1395;p27"/>
                  <p:cNvCxnSpPr/>
                  <p:nvPr/>
                </p:nvCxnSpPr>
                <p:spPr>
                  <a:xfrm>
                    <a:off x="12075" y="910250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1396" name="Google Shape;1396;p27"/>
                  <p:cNvCxnSpPr/>
                  <p:nvPr/>
                </p:nvCxnSpPr>
                <p:spPr>
                  <a:xfrm>
                    <a:off x="12075" y="1375725"/>
                    <a:ext cx="9144000" cy="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chemeClr val="accent4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</p:grpSp>
          </p:grpSp>
        </p:grpSp>
      </p:grpSp>
      <p:grpSp>
        <p:nvGrpSpPr>
          <p:cNvPr id="1397" name="Google Shape;1397;p27"/>
          <p:cNvGrpSpPr/>
          <p:nvPr/>
        </p:nvGrpSpPr>
        <p:grpSpPr>
          <a:xfrm flipH="1">
            <a:off x="191418" y="167200"/>
            <a:ext cx="8952587" cy="4867172"/>
            <a:chOff x="-7" y="167200"/>
            <a:chExt cx="8952587" cy="4867172"/>
          </a:xfrm>
        </p:grpSpPr>
        <p:grpSp>
          <p:nvGrpSpPr>
            <p:cNvPr id="1398" name="Google Shape;1398;p27"/>
            <p:cNvGrpSpPr/>
            <p:nvPr/>
          </p:nvGrpSpPr>
          <p:grpSpPr>
            <a:xfrm>
              <a:off x="7519182" y="4467918"/>
              <a:ext cx="1433398" cy="566454"/>
              <a:chOff x="7519182" y="4467918"/>
              <a:chExt cx="1433398" cy="566454"/>
            </a:xfrm>
          </p:grpSpPr>
          <p:sp>
            <p:nvSpPr>
              <p:cNvPr id="1399" name="Google Shape;1399;p27"/>
              <p:cNvSpPr/>
              <p:nvPr/>
            </p:nvSpPr>
            <p:spPr>
              <a:xfrm>
                <a:off x="8561631" y="4643609"/>
                <a:ext cx="390949" cy="390763"/>
              </a:xfrm>
              <a:custGeom>
                <a:avLst/>
                <a:gdLst/>
                <a:ahLst/>
                <a:cxnLst/>
                <a:rect l="l" t="t" r="r" b="b"/>
                <a:pathLst>
                  <a:path w="2107" h="2106" extrusionOk="0">
                    <a:moveTo>
                      <a:pt x="1053" y="426"/>
                    </a:moveTo>
                    <a:cubicBezTo>
                      <a:pt x="1404" y="426"/>
                      <a:pt x="1680" y="702"/>
                      <a:pt x="1680" y="1053"/>
                    </a:cubicBezTo>
                    <a:cubicBezTo>
                      <a:pt x="1680" y="1404"/>
                      <a:pt x="1404" y="1704"/>
                      <a:pt x="1053" y="1704"/>
                    </a:cubicBezTo>
                    <a:cubicBezTo>
                      <a:pt x="703" y="1704"/>
                      <a:pt x="427" y="1404"/>
                      <a:pt x="427" y="1053"/>
                    </a:cubicBezTo>
                    <a:cubicBezTo>
                      <a:pt x="427" y="702"/>
                      <a:pt x="703" y="426"/>
                      <a:pt x="1053" y="426"/>
                    </a:cubicBezTo>
                    <a:close/>
                    <a:moveTo>
                      <a:pt x="1053" y="0"/>
                    </a:moveTo>
                    <a:cubicBezTo>
                      <a:pt x="477" y="0"/>
                      <a:pt x="1" y="476"/>
                      <a:pt x="1" y="1053"/>
                    </a:cubicBezTo>
                    <a:cubicBezTo>
                      <a:pt x="1" y="1629"/>
                      <a:pt x="477" y="2105"/>
                      <a:pt x="1053" y="2105"/>
                    </a:cubicBezTo>
                    <a:cubicBezTo>
                      <a:pt x="1630" y="2105"/>
                      <a:pt x="2106" y="1629"/>
                      <a:pt x="2106" y="1053"/>
                    </a:cubicBezTo>
                    <a:cubicBezTo>
                      <a:pt x="2106" y="476"/>
                      <a:pt x="1630" y="0"/>
                      <a:pt x="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27"/>
              <p:cNvSpPr/>
              <p:nvPr/>
            </p:nvSpPr>
            <p:spPr>
              <a:xfrm>
                <a:off x="7519182" y="4467918"/>
                <a:ext cx="1074296" cy="175676"/>
              </a:xfrm>
              <a:custGeom>
                <a:avLst/>
                <a:gdLst/>
                <a:ahLst/>
                <a:cxnLst/>
                <a:rect l="l" t="t" r="r" b="b"/>
                <a:pathLst>
                  <a:path w="6292" h="1029" extrusionOk="0">
                    <a:moveTo>
                      <a:pt x="126" y="1"/>
                    </a:moveTo>
                    <a:lnTo>
                      <a:pt x="0" y="126"/>
                    </a:lnTo>
                    <a:lnTo>
                      <a:pt x="502" y="702"/>
                    </a:lnTo>
                    <a:cubicBezTo>
                      <a:pt x="627" y="842"/>
                      <a:pt x="799" y="911"/>
                      <a:pt x="969" y="911"/>
                    </a:cubicBezTo>
                    <a:cubicBezTo>
                      <a:pt x="1106" y="911"/>
                      <a:pt x="1242" y="867"/>
                      <a:pt x="1354" y="778"/>
                    </a:cubicBezTo>
                    <a:lnTo>
                      <a:pt x="1830" y="351"/>
                    </a:lnTo>
                    <a:cubicBezTo>
                      <a:pt x="1905" y="276"/>
                      <a:pt x="2030" y="251"/>
                      <a:pt x="2131" y="251"/>
                    </a:cubicBezTo>
                    <a:cubicBezTo>
                      <a:pt x="2256" y="251"/>
                      <a:pt x="2356" y="301"/>
                      <a:pt x="2431" y="402"/>
                    </a:cubicBezTo>
                    <a:lnTo>
                      <a:pt x="2757" y="778"/>
                    </a:lnTo>
                    <a:cubicBezTo>
                      <a:pt x="2882" y="903"/>
                      <a:pt x="3033" y="978"/>
                      <a:pt x="3183" y="1003"/>
                    </a:cubicBezTo>
                    <a:cubicBezTo>
                      <a:pt x="3359" y="1003"/>
                      <a:pt x="3509" y="953"/>
                      <a:pt x="3634" y="828"/>
                    </a:cubicBezTo>
                    <a:lnTo>
                      <a:pt x="4035" y="477"/>
                    </a:lnTo>
                    <a:cubicBezTo>
                      <a:pt x="4136" y="402"/>
                      <a:pt x="4236" y="351"/>
                      <a:pt x="4361" y="351"/>
                    </a:cubicBezTo>
                    <a:cubicBezTo>
                      <a:pt x="4487" y="377"/>
                      <a:pt x="4587" y="427"/>
                      <a:pt x="4662" y="527"/>
                    </a:cubicBezTo>
                    <a:lnTo>
                      <a:pt x="4862" y="778"/>
                    </a:lnTo>
                    <a:cubicBezTo>
                      <a:pt x="4963" y="928"/>
                      <a:pt x="5138" y="1003"/>
                      <a:pt x="5314" y="1028"/>
                    </a:cubicBezTo>
                    <a:cubicBezTo>
                      <a:pt x="5489" y="1028"/>
                      <a:pt x="5664" y="953"/>
                      <a:pt x="5790" y="828"/>
                    </a:cubicBezTo>
                    <a:lnTo>
                      <a:pt x="6291" y="301"/>
                    </a:lnTo>
                    <a:lnTo>
                      <a:pt x="6141" y="176"/>
                    </a:lnTo>
                    <a:lnTo>
                      <a:pt x="5639" y="702"/>
                    </a:lnTo>
                    <a:cubicBezTo>
                      <a:pt x="5564" y="803"/>
                      <a:pt x="5439" y="828"/>
                      <a:pt x="5314" y="828"/>
                    </a:cubicBezTo>
                    <a:cubicBezTo>
                      <a:pt x="5188" y="828"/>
                      <a:pt x="5088" y="778"/>
                      <a:pt x="5013" y="677"/>
                    </a:cubicBezTo>
                    <a:lnTo>
                      <a:pt x="4787" y="402"/>
                    </a:lnTo>
                    <a:cubicBezTo>
                      <a:pt x="4687" y="276"/>
                      <a:pt x="4537" y="201"/>
                      <a:pt x="4361" y="176"/>
                    </a:cubicBezTo>
                    <a:cubicBezTo>
                      <a:pt x="4211" y="176"/>
                      <a:pt x="4035" y="226"/>
                      <a:pt x="3910" y="326"/>
                    </a:cubicBezTo>
                    <a:lnTo>
                      <a:pt x="3509" y="702"/>
                    </a:lnTo>
                    <a:cubicBezTo>
                      <a:pt x="3427" y="764"/>
                      <a:pt x="3344" y="809"/>
                      <a:pt x="3262" y="809"/>
                    </a:cubicBezTo>
                    <a:cubicBezTo>
                      <a:pt x="3244" y="809"/>
                      <a:pt x="3226" y="807"/>
                      <a:pt x="3208" y="803"/>
                    </a:cubicBezTo>
                    <a:cubicBezTo>
                      <a:pt x="3083" y="803"/>
                      <a:pt x="2983" y="752"/>
                      <a:pt x="2908" y="677"/>
                    </a:cubicBezTo>
                    <a:lnTo>
                      <a:pt x="2557" y="276"/>
                    </a:lnTo>
                    <a:cubicBezTo>
                      <a:pt x="2456" y="151"/>
                      <a:pt x="2306" y="76"/>
                      <a:pt x="2156" y="76"/>
                    </a:cubicBezTo>
                    <a:cubicBezTo>
                      <a:pt x="2126" y="72"/>
                      <a:pt x="2098" y="69"/>
                      <a:pt x="2070" y="69"/>
                    </a:cubicBezTo>
                    <a:cubicBezTo>
                      <a:pt x="1931" y="69"/>
                      <a:pt x="1809" y="122"/>
                      <a:pt x="1705" y="226"/>
                    </a:cubicBezTo>
                    <a:lnTo>
                      <a:pt x="1228" y="627"/>
                    </a:lnTo>
                    <a:cubicBezTo>
                      <a:pt x="1151" y="694"/>
                      <a:pt x="1058" y="726"/>
                      <a:pt x="966" y="726"/>
                    </a:cubicBezTo>
                    <a:cubicBezTo>
                      <a:pt x="851" y="726"/>
                      <a:pt x="736" y="675"/>
                      <a:pt x="652" y="577"/>
                    </a:cubicBezTo>
                    <a:lnTo>
                      <a:pt x="12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1" name="Google Shape;1401;p27"/>
            <p:cNvGrpSpPr/>
            <p:nvPr/>
          </p:nvGrpSpPr>
          <p:grpSpPr>
            <a:xfrm>
              <a:off x="-7" y="167200"/>
              <a:ext cx="1266969" cy="226225"/>
              <a:chOff x="-7" y="167200"/>
              <a:chExt cx="1266969" cy="226225"/>
            </a:xfrm>
          </p:grpSpPr>
          <p:sp>
            <p:nvSpPr>
              <p:cNvPr id="1402" name="Google Shape;1402;p27"/>
              <p:cNvSpPr/>
              <p:nvPr/>
            </p:nvSpPr>
            <p:spPr>
              <a:xfrm>
                <a:off x="-7" y="167200"/>
                <a:ext cx="1266969" cy="50339"/>
              </a:xfrm>
              <a:custGeom>
                <a:avLst/>
                <a:gdLst/>
                <a:ahLst/>
                <a:cxnLst/>
                <a:rect l="l" t="t" r="r" b="b"/>
                <a:pathLst>
                  <a:path w="6317" h="251" extrusionOk="0">
                    <a:moveTo>
                      <a:pt x="1" y="0"/>
                    </a:moveTo>
                    <a:lnTo>
                      <a:pt x="1" y="251"/>
                    </a:lnTo>
                    <a:lnTo>
                      <a:pt x="6317" y="251"/>
                    </a:lnTo>
                    <a:lnTo>
                      <a:pt x="631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7"/>
              <p:cNvSpPr/>
              <p:nvPr/>
            </p:nvSpPr>
            <p:spPr>
              <a:xfrm>
                <a:off x="0" y="338072"/>
                <a:ext cx="698969" cy="55352"/>
              </a:xfrm>
              <a:custGeom>
                <a:avLst/>
                <a:gdLst/>
                <a:ahLst/>
                <a:cxnLst/>
                <a:rect l="l" t="t" r="r" b="b"/>
                <a:pathLst>
                  <a:path w="3485" h="276" extrusionOk="0">
                    <a:moveTo>
                      <a:pt x="1" y="0"/>
                    </a:moveTo>
                    <a:lnTo>
                      <a:pt x="1" y="276"/>
                    </a:lnTo>
                    <a:lnTo>
                      <a:pt x="3485" y="276"/>
                    </a:lnTo>
                    <a:lnTo>
                      <a:pt x="348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04" name="Google Shape;1404;p27"/>
          <p:cNvSpPr/>
          <p:nvPr/>
        </p:nvSpPr>
        <p:spPr>
          <a:xfrm>
            <a:off x="8636475" y="4719725"/>
            <a:ext cx="377400" cy="377400"/>
          </a:xfrm>
          <a:prstGeom prst="mathMultiply">
            <a:avLst>
              <a:gd name="adj1" fmla="val 16276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405" name="Google Shape;1405;p27"/>
          <p:cNvSpPr/>
          <p:nvPr/>
        </p:nvSpPr>
        <p:spPr>
          <a:xfrm>
            <a:off x="141850" y="450475"/>
            <a:ext cx="377400" cy="377400"/>
          </a:xfrm>
          <a:prstGeom prst="mathMultiply">
            <a:avLst>
              <a:gd name="adj1" fmla="val 16276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rlow Semi Condensed"/>
              <a:buNone/>
              <a:defRPr sz="3500" b="1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Char char="●"/>
              <a:defRPr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Char char="○"/>
              <a:defRPr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Char char="■"/>
              <a:defRPr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Char char="●"/>
              <a:defRPr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Char char="○"/>
              <a:defRPr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Char char="■"/>
              <a:defRPr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Char char="●"/>
              <a:defRPr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Char char="○"/>
              <a:defRPr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tillium Web"/>
              <a:buChar char="■"/>
              <a:defRPr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59" r:id="rId4"/>
    <p:sldLayoutId id="2147483672" r:id="rId5"/>
    <p:sldLayoutId id="2147483673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31"/>
          <p:cNvSpPr txBox="1">
            <a:spLocks noGrp="1"/>
          </p:cNvSpPr>
          <p:nvPr>
            <p:ph type="ctrTitle"/>
          </p:nvPr>
        </p:nvSpPr>
        <p:spPr>
          <a:xfrm>
            <a:off x="436976" y="1212961"/>
            <a:ext cx="4944938" cy="212108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Arabian Coffee Sales:</a:t>
            </a:r>
            <a:r>
              <a:rPr lang="en-US" sz="4400" dirty="0"/>
              <a:t>Data Analysis &amp; Projections</a:t>
            </a:r>
            <a:endParaRPr sz="4400" dirty="0"/>
          </a:p>
        </p:txBody>
      </p:sp>
      <p:sp>
        <p:nvSpPr>
          <p:cNvPr id="1417" name="Google Shape;1417;p31"/>
          <p:cNvSpPr txBox="1">
            <a:spLocks noGrp="1"/>
          </p:cNvSpPr>
          <p:nvPr>
            <p:ph type="subTitle" idx="1"/>
          </p:nvPr>
        </p:nvSpPr>
        <p:spPr>
          <a:xfrm>
            <a:off x="436976" y="3772985"/>
            <a:ext cx="2534824" cy="33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Shadman Tousif Khandoker</a:t>
            </a:r>
            <a:endParaRPr dirty="0"/>
          </a:p>
        </p:txBody>
      </p:sp>
      <p:grpSp>
        <p:nvGrpSpPr>
          <p:cNvPr id="1418" name="Google Shape;1418;p31"/>
          <p:cNvGrpSpPr/>
          <p:nvPr/>
        </p:nvGrpSpPr>
        <p:grpSpPr>
          <a:xfrm>
            <a:off x="5235950" y="1048200"/>
            <a:ext cx="3285066" cy="3286950"/>
            <a:chOff x="5235950" y="859675"/>
            <a:chExt cx="3285066" cy="3286950"/>
          </a:xfrm>
        </p:grpSpPr>
        <p:sp>
          <p:nvSpPr>
            <p:cNvPr id="1419" name="Google Shape;1419;p31"/>
            <p:cNvSpPr/>
            <p:nvPr/>
          </p:nvSpPr>
          <p:spPr>
            <a:xfrm>
              <a:off x="5478353" y="2905396"/>
              <a:ext cx="2070476" cy="1119822"/>
            </a:xfrm>
            <a:custGeom>
              <a:avLst/>
              <a:gdLst/>
              <a:ahLst/>
              <a:cxnLst/>
              <a:rect l="l" t="t" r="r" b="b"/>
              <a:pathLst>
                <a:path w="20978" h="11346" extrusionOk="0">
                  <a:moveTo>
                    <a:pt x="3108" y="1"/>
                  </a:moveTo>
                  <a:lnTo>
                    <a:pt x="0" y="903"/>
                  </a:lnTo>
                  <a:cubicBezTo>
                    <a:pt x="1821" y="7235"/>
                    <a:pt x="7589" y="11346"/>
                    <a:pt x="13861" y="11346"/>
                  </a:cubicBezTo>
                  <a:cubicBezTo>
                    <a:pt x="15185" y="11346"/>
                    <a:pt x="16533" y="11162"/>
                    <a:pt x="17870" y="10778"/>
                  </a:cubicBezTo>
                  <a:cubicBezTo>
                    <a:pt x="18973" y="10477"/>
                    <a:pt x="20026" y="10026"/>
                    <a:pt x="20978" y="9474"/>
                  </a:cubicBezTo>
                  <a:lnTo>
                    <a:pt x="19399" y="6667"/>
                  </a:lnTo>
                  <a:cubicBezTo>
                    <a:pt x="18647" y="7093"/>
                    <a:pt x="17845" y="7419"/>
                    <a:pt x="16968" y="7670"/>
                  </a:cubicBezTo>
                  <a:cubicBezTo>
                    <a:pt x="15927" y="7973"/>
                    <a:pt x="14877" y="8117"/>
                    <a:pt x="13844" y="8117"/>
                  </a:cubicBezTo>
                  <a:cubicBezTo>
                    <a:pt x="8987" y="8117"/>
                    <a:pt x="4514" y="4920"/>
                    <a:pt x="3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31"/>
            <p:cNvSpPr/>
            <p:nvPr/>
          </p:nvSpPr>
          <p:spPr>
            <a:xfrm>
              <a:off x="5686114" y="1163962"/>
              <a:ext cx="1100872" cy="1100872"/>
            </a:xfrm>
            <a:custGeom>
              <a:avLst/>
              <a:gdLst/>
              <a:ahLst/>
              <a:cxnLst/>
              <a:rect l="l" t="t" r="r" b="b"/>
              <a:pathLst>
                <a:path w="11154" h="11154" extrusionOk="0">
                  <a:moveTo>
                    <a:pt x="11154" y="0"/>
                  </a:moveTo>
                  <a:cubicBezTo>
                    <a:pt x="4988" y="0"/>
                    <a:pt x="1" y="4988"/>
                    <a:pt x="1" y="11153"/>
                  </a:cubicBezTo>
                  <a:lnTo>
                    <a:pt x="11154" y="11153"/>
                  </a:lnTo>
                  <a:lnTo>
                    <a:pt x="111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31"/>
            <p:cNvSpPr/>
            <p:nvPr/>
          </p:nvSpPr>
          <p:spPr>
            <a:xfrm>
              <a:off x="5767738" y="1260390"/>
              <a:ext cx="2308041" cy="2310508"/>
            </a:xfrm>
            <a:custGeom>
              <a:avLst/>
              <a:gdLst/>
              <a:ahLst/>
              <a:cxnLst/>
              <a:rect l="l" t="t" r="r" b="b"/>
              <a:pathLst>
                <a:path w="23385" h="23410" extrusionOk="0">
                  <a:moveTo>
                    <a:pt x="11680" y="1"/>
                  </a:moveTo>
                  <a:lnTo>
                    <a:pt x="11680" y="11705"/>
                  </a:lnTo>
                  <a:lnTo>
                    <a:pt x="1" y="11705"/>
                  </a:lnTo>
                  <a:cubicBezTo>
                    <a:pt x="1" y="18171"/>
                    <a:pt x="5239" y="23409"/>
                    <a:pt x="11680" y="23409"/>
                  </a:cubicBezTo>
                  <a:cubicBezTo>
                    <a:pt x="18146" y="23409"/>
                    <a:pt x="23384" y="18171"/>
                    <a:pt x="23384" y="11705"/>
                  </a:cubicBezTo>
                  <a:cubicBezTo>
                    <a:pt x="23384" y="5239"/>
                    <a:pt x="18146" y="1"/>
                    <a:pt x="116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31"/>
            <p:cNvSpPr/>
            <p:nvPr/>
          </p:nvSpPr>
          <p:spPr>
            <a:xfrm>
              <a:off x="6895764" y="2413187"/>
              <a:ext cx="1625252" cy="1115677"/>
            </a:xfrm>
            <a:custGeom>
              <a:avLst/>
              <a:gdLst/>
              <a:ahLst/>
              <a:cxnLst/>
              <a:rect l="l" t="t" r="r" b="b"/>
              <a:pathLst>
                <a:path w="16467" h="11304" extrusionOk="0">
                  <a:moveTo>
                    <a:pt x="1529" y="827"/>
                  </a:moveTo>
                  <a:lnTo>
                    <a:pt x="15965" y="4612"/>
                  </a:lnTo>
                  <a:cubicBezTo>
                    <a:pt x="15339" y="6742"/>
                    <a:pt x="14286" y="8672"/>
                    <a:pt x="12883" y="10401"/>
                  </a:cubicBezTo>
                  <a:cubicBezTo>
                    <a:pt x="12782" y="10526"/>
                    <a:pt x="12682" y="10627"/>
                    <a:pt x="12582" y="10727"/>
                  </a:cubicBezTo>
                  <a:lnTo>
                    <a:pt x="1529" y="827"/>
                  </a:lnTo>
                  <a:close/>
                  <a:moveTo>
                    <a:pt x="0" y="0"/>
                  </a:moveTo>
                  <a:lnTo>
                    <a:pt x="12632" y="11303"/>
                  </a:lnTo>
                  <a:lnTo>
                    <a:pt x="12757" y="11153"/>
                  </a:lnTo>
                  <a:cubicBezTo>
                    <a:pt x="12908" y="11003"/>
                    <a:pt x="13058" y="10827"/>
                    <a:pt x="13183" y="10677"/>
                  </a:cubicBezTo>
                  <a:cubicBezTo>
                    <a:pt x="14687" y="8847"/>
                    <a:pt x="15790" y="6767"/>
                    <a:pt x="16417" y="4511"/>
                  </a:cubicBezTo>
                  <a:lnTo>
                    <a:pt x="16467" y="43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31"/>
            <p:cNvSpPr/>
            <p:nvPr/>
          </p:nvSpPr>
          <p:spPr>
            <a:xfrm>
              <a:off x="5498093" y="2415654"/>
              <a:ext cx="1422527" cy="1241812"/>
            </a:xfrm>
            <a:custGeom>
              <a:avLst/>
              <a:gdLst/>
              <a:ahLst/>
              <a:cxnLst/>
              <a:rect l="l" t="t" r="r" b="b"/>
              <a:pathLst>
                <a:path w="14413" h="12582" extrusionOk="0">
                  <a:moveTo>
                    <a:pt x="14412" y="0"/>
                  </a:moveTo>
                  <a:lnTo>
                    <a:pt x="1" y="2381"/>
                  </a:lnTo>
                  <a:cubicBezTo>
                    <a:pt x="703" y="6717"/>
                    <a:pt x="3334" y="10401"/>
                    <a:pt x="6968" y="12582"/>
                  </a:cubicBezTo>
                  <a:lnTo>
                    <a:pt x="144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31"/>
            <p:cNvSpPr/>
            <p:nvPr/>
          </p:nvSpPr>
          <p:spPr>
            <a:xfrm>
              <a:off x="7232129" y="1549873"/>
              <a:ext cx="178248" cy="175682"/>
            </a:xfrm>
            <a:custGeom>
              <a:avLst/>
              <a:gdLst/>
              <a:ahLst/>
              <a:cxnLst/>
              <a:rect l="l" t="t" r="r" b="b"/>
              <a:pathLst>
                <a:path w="1806" h="1780" extrusionOk="0">
                  <a:moveTo>
                    <a:pt x="277" y="0"/>
                  </a:moveTo>
                  <a:lnTo>
                    <a:pt x="1" y="276"/>
                  </a:lnTo>
                  <a:lnTo>
                    <a:pt x="1505" y="1780"/>
                  </a:lnTo>
                  <a:lnTo>
                    <a:pt x="1805" y="1504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31"/>
            <p:cNvSpPr/>
            <p:nvPr/>
          </p:nvSpPr>
          <p:spPr>
            <a:xfrm>
              <a:off x="7232129" y="1549873"/>
              <a:ext cx="175780" cy="175682"/>
            </a:xfrm>
            <a:custGeom>
              <a:avLst/>
              <a:gdLst/>
              <a:ahLst/>
              <a:cxnLst/>
              <a:rect l="l" t="t" r="r" b="b"/>
              <a:pathLst>
                <a:path w="1781" h="1780" extrusionOk="0">
                  <a:moveTo>
                    <a:pt x="1505" y="0"/>
                  </a:moveTo>
                  <a:lnTo>
                    <a:pt x="1" y="1504"/>
                  </a:lnTo>
                  <a:lnTo>
                    <a:pt x="302" y="1780"/>
                  </a:lnTo>
                  <a:lnTo>
                    <a:pt x="1780" y="276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31"/>
            <p:cNvSpPr/>
            <p:nvPr/>
          </p:nvSpPr>
          <p:spPr>
            <a:xfrm>
              <a:off x="5456048" y="1794743"/>
              <a:ext cx="178248" cy="175682"/>
            </a:xfrm>
            <a:custGeom>
              <a:avLst/>
              <a:gdLst/>
              <a:ahLst/>
              <a:cxnLst/>
              <a:rect l="l" t="t" r="r" b="b"/>
              <a:pathLst>
                <a:path w="1806" h="1780" extrusionOk="0">
                  <a:moveTo>
                    <a:pt x="277" y="0"/>
                  </a:moveTo>
                  <a:lnTo>
                    <a:pt x="1" y="276"/>
                  </a:lnTo>
                  <a:lnTo>
                    <a:pt x="1530" y="1780"/>
                  </a:lnTo>
                  <a:lnTo>
                    <a:pt x="1805" y="1504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31"/>
            <p:cNvSpPr/>
            <p:nvPr/>
          </p:nvSpPr>
          <p:spPr>
            <a:xfrm>
              <a:off x="5456048" y="1794743"/>
              <a:ext cx="178248" cy="175682"/>
            </a:xfrm>
            <a:custGeom>
              <a:avLst/>
              <a:gdLst/>
              <a:ahLst/>
              <a:cxnLst/>
              <a:rect l="l" t="t" r="r" b="b"/>
              <a:pathLst>
                <a:path w="1806" h="1780" extrusionOk="0">
                  <a:moveTo>
                    <a:pt x="1505" y="0"/>
                  </a:moveTo>
                  <a:lnTo>
                    <a:pt x="1" y="1504"/>
                  </a:lnTo>
                  <a:lnTo>
                    <a:pt x="302" y="1780"/>
                  </a:lnTo>
                  <a:lnTo>
                    <a:pt x="1805" y="276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31"/>
            <p:cNvSpPr/>
            <p:nvPr/>
          </p:nvSpPr>
          <p:spPr>
            <a:xfrm>
              <a:off x="6084363" y="998248"/>
              <a:ext cx="207956" cy="207857"/>
            </a:xfrm>
            <a:custGeom>
              <a:avLst/>
              <a:gdLst/>
              <a:ahLst/>
              <a:cxnLst/>
              <a:rect l="l" t="t" r="r" b="b"/>
              <a:pathLst>
                <a:path w="2107" h="2106" extrusionOk="0">
                  <a:moveTo>
                    <a:pt x="1053" y="426"/>
                  </a:moveTo>
                  <a:cubicBezTo>
                    <a:pt x="1404" y="426"/>
                    <a:pt x="1680" y="702"/>
                    <a:pt x="1680" y="1053"/>
                  </a:cubicBezTo>
                  <a:cubicBezTo>
                    <a:pt x="1680" y="1404"/>
                    <a:pt x="1404" y="1704"/>
                    <a:pt x="1053" y="1704"/>
                  </a:cubicBezTo>
                  <a:cubicBezTo>
                    <a:pt x="703" y="1704"/>
                    <a:pt x="427" y="1404"/>
                    <a:pt x="427" y="1053"/>
                  </a:cubicBezTo>
                  <a:cubicBezTo>
                    <a:pt x="427" y="702"/>
                    <a:pt x="703" y="426"/>
                    <a:pt x="1053" y="426"/>
                  </a:cubicBezTo>
                  <a:close/>
                  <a:moveTo>
                    <a:pt x="1053" y="0"/>
                  </a:moveTo>
                  <a:cubicBezTo>
                    <a:pt x="477" y="0"/>
                    <a:pt x="1" y="476"/>
                    <a:pt x="1" y="1053"/>
                  </a:cubicBezTo>
                  <a:cubicBezTo>
                    <a:pt x="1" y="1629"/>
                    <a:pt x="477" y="2105"/>
                    <a:pt x="1053" y="2105"/>
                  </a:cubicBezTo>
                  <a:cubicBezTo>
                    <a:pt x="1630" y="2105"/>
                    <a:pt x="2106" y="1629"/>
                    <a:pt x="2106" y="1053"/>
                  </a:cubicBezTo>
                  <a:cubicBezTo>
                    <a:pt x="2106" y="476"/>
                    <a:pt x="1630" y="0"/>
                    <a:pt x="1053" y="0"/>
                  </a:cubicBezTo>
                  <a:close/>
                </a:path>
              </a:pathLst>
            </a:custGeom>
            <a:solidFill>
              <a:srgbClr val="6186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31"/>
            <p:cNvSpPr/>
            <p:nvPr/>
          </p:nvSpPr>
          <p:spPr>
            <a:xfrm>
              <a:off x="6084363" y="998248"/>
              <a:ext cx="207956" cy="207857"/>
            </a:xfrm>
            <a:custGeom>
              <a:avLst/>
              <a:gdLst/>
              <a:ahLst/>
              <a:cxnLst/>
              <a:rect l="l" t="t" r="r" b="b"/>
              <a:pathLst>
                <a:path w="2107" h="2106" extrusionOk="0">
                  <a:moveTo>
                    <a:pt x="1053" y="426"/>
                  </a:moveTo>
                  <a:cubicBezTo>
                    <a:pt x="1404" y="426"/>
                    <a:pt x="1680" y="702"/>
                    <a:pt x="1680" y="1053"/>
                  </a:cubicBezTo>
                  <a:cubicBezTo>
                    <a:pt x="1680" y="1404"/>
                    <a:pt x="1404" y="1704"/>
                    <a:pt x="1053" y="1704"/>
                  </a:cubicBezTo>
                  <a:cubicBezTo>
                    <a:pt x="703" y="1704"/>
                    <a:pt x="427" y="1404"/>
                    <a:pt x="427" y="1053"/>
                  </a:cubicBezTo>
                  <a:cubicBezTo>
                    <a:pt x="427" y="702"/>
                    <a:pt x="703" y="426"/>
                    <a:pt x="1053" y="426"/>
                  </a:cubicBezTo>
                  <a:close/>
                  <a:moveTo>
                    <a:pt x="1053" y="0"/>
                  </a:moveTo>
                  <a:cubicBezTo>
                    <a:pt x="477" y="0"/>
                    <a:pt x="1" y="476"/>
                    <a:pt x="1" y="1053"/>
                  </a:cubicBezTo>
                  <a:cubicBezTo>
                    <a:pt x="1" y="1629"/>
                    <a:pt x="477" y="2105"/>
                    <a:pt x="1053" y="2105"/>
                  </a:cubicBezTo>
                  <a:cubicBezTo>
                    <a:pt x="1630" y="2105"/>
                    <a:pt x="2106" y="1629"/>
                    <a:pt x="2106" y="1053"/>
                  </a:cubicBezTo>
                  <a:cubicBezTo>
                    <a:pt x="2106" y="476"/>
                    <a:pt x="1630" y="0"/>
                    <a:pt x="10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31"/>
            <p:cNvSpPr/>
            <p:nvPr/>
          </p:nvSpPr>
          <p:spPr>
            <a:xfrm>
              <a:off x="8211712" y="2037146"/>
              <a:ext cx="34742" cy="54481"/>
            </a:xfrm>
            <a:custGeom>
              <a:avLst/>
              <a:gdLst/>
              <a:ahLst/>
              <a:cxnLst/>
              <a:rect l="l" t="t" r="r" b="b"/>
              <a:pathLst>
                <a:path w="352" h="552" extrusionOk="0">
                  <a:moveTo>
                    <a:pt x="1" y="0"/>
                  </a:moveTo>
                  <a:lnTo>
                    <a:pt x="1" y="552"/>
                  </a:lnTo>
                  <a:lnTo>
                    <a:pt x="352" y="552"/>
                  </a:lnTo>
                  <a:lnTo>
                    <a:pt x="3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31"/>
            <p:cNvSpPr/>
            <p:nvPr/>
          </p:nvSpPr>
          <p:spPr>
            <a:xfrm>
              <a:off x="8211712" y="2116302"/>
              <a:ext cx="34742" cy="54481"/>
            </a:xfrm>
            <a:custGeom>
              <a:avLst/>
              <a:gdLst/>
              <a:ahLst/>
              <a:cxnLst/>
              <a:rect l="l" t="t" r="r" b="b"/>
              <a:pathLst>
                <a:path w="352" h="552" extrusionOk="0">
                  <a:moveTo>
                    <a:pt x="1" y="0"/>
                  </a:moveTo>
                  <a:lnTo>
                    <a:pt x="1" y="552"/>
                  </a:lnTo>
                  <a:lnTo>
                    <a:pt x="352" y="552"/>
                  </a:lnTo>
                  <a:lnTo>
                    <a:pt x="3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31"/>
            <p:cNvSpPr/>
            <p:nvPr/>
          </p:nvSpPr>
          <p:spPr>
            <a:xfrm>
              <a:off x="8211712" y="2195458"/>
              <a:ext cx="34742" cy="54481"/>
            </a:xfrm>
            <a:custGeom>
              <a:avLst/>
              <a:gdLst/>
              <a:ahLst/>
              <a:cxnLst/>
              <a:rect l="l" t="t" r="r" b="b"/>
              <a:pathLst>
                <a:path w="352" h="552" extrusionOk="0">
                  <a:moveTo>
                    <a:pt x="1" y="1"/>
                  </a:moveTo>
                  <a:lnTo>
                    <a:pt x="1" y="552"/>
                  </a:lnTo>
                  <a:lnTo>
                    <a:pt x="352" y="552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31"/>
            <p:cNvSpPr/>
            <p:nvPr/>
          </p:nvSpPr>
          <p:spPr>
            <a:xfrm>
              <a:off x="8211712" y="2274614"/>
              <a:ext cx="34742" cy="54481"/>
            </a:xfrm>
            <a:custGeom>
              <a:avLst/>
              <a:gdLst/>
              <a:ahLst/>
              <a:cxnLst/>
              <a:rect l="l" t="t" r="r" b="b"/>
              <a:pathLst>
                <a:path w="352" h="552" extrusionOk="0">
                  <a:moveTo>
                    <a:pt x="1" y="1"/>
                  </a:moveTo>
                  <a:lnTo>
                    <a:pt x="1" y="552"/>
                  </a:lnTo>
                  <a:lnTo>
                    <a:pt x="352" y="552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31"/>
            <p:cNvSpPr/>
            <p:nvPr/>
          </p:nvSpPr>
          <p:spPr>
            <a:xfrm>
              <a:off x="8211712" y="2353770"/>
              <a:ext cx="34742" cy="52014"/>
            </a:xfrm>
            <a:custGeom>
              <a:avLst/>
              <a:gdLst/>
              <a:ahLst/>
              <a:cxnLst/>
              <a:rect l="l" t="t" r="r" b="b"/>
              <a:pathLst>
                <a:path w="352" h="527" extrusionOk="0">
                  <a:moveTo>
                    <a:pt x="1" y="1"/>
                  </a:moveTo>
                  <a:lnTo>
                    <a:pt x="1" y="527"/>
                  </a:lnTo>
                  <a:lnTo>
                    <a:pt x="352" y="527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31"/>
            <p:cNvSpPr/>
            <p:nvPr/>
          </p:nvSpPr>
          <p:spPr>
            <a:xfrm>
              <a:off x="8211712" y="2432927"/>
              <a:ext cx="34742" cy="52014"/>
            </a:xfrm>
            <a:custGeom>
              <a:avLst/>
              <a:gdLst/>
              <a:ahLst/>
              <a:cxnLst/>
              <a:rect l="l" t="t" r="r" b="b"/>
              <a:pathLst>
                <a:path w="352" h="527" extrusionOk="0">
                  <a:moveTo>
                    <a:pt x="1" y="1"/>
                  </a:moveTo>
                  <a:lnTo>
                    <a:pt x="1" y="527"/>
                  </a:lnTo>
                  <a:lnTo>
                    <a:pt x="352" y="527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31"/>
            <p:cNvSpPr/>
            <p:nvPr/>
          </p:nvSpPr>
          <p:spPr>
            <a:xfrm>
              <a:off x="8211712" y="2512083"/>
              <a:ext cx="34742" cy="52014"/>
            </a:xfrm>
            <a:custGeom>
              <a:avLst/>
              <a:gdLst/>
              <a:ahLst/>
              <a:cxnLst/>
              <a:rect l="l" t="t" r="r" b="b"/>
              <a:pathLst>
                <a:path w="352" h="527" extrusionOk="0">
                  <a:moveTo>
                    <a:pt x="1" y="1"/>
                  </a:moveTo>
                  <a:lnTo>
                    <a:pt x="1" y="527"/>
                  </a:lnTo>
                  <a:lnTo>
                    <a:pt x="352" y="527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31"/>
            <p:cNvSpPr/>
            <p:nvPr/>
          </p:nvSpPr>
          <p:spPr>
            <a:xfrm>
              <a:off x="6920537" y="859675"/>
              <a:ext cx="1212104" cy="818893"/>
            </a:xfrm>
            <a:custGeom>
              <a:avLst/>
              <a:gdLst/>
              <a:ahLst/>
              <a:cxnLst/>
              <a:rect l="l" t="t" r="r" b="b"/>
              <a:pathLst>
                <a:path w="12281" h="8297" extrusionOk="0">
                  <a:moveTo>
                    <a:pt x="0" y="1"/>
                  </a:moveTo>
                  <a:lnTo>
                    <a:pt x="0" y="2557"/>
                  </a:lnTo>
                  <a:cubicBezTo>
                    <a:pt x="91" y="2555"/>
                    <a:pt x="182" y="2554"/>
                    <a:pt x="272" y="2554"/>
                  </a:cubicBezTo>
                  <a:cubicBezTo>
                    <a:pt x="4545" y="2554"/>
                    <a:pt x="8289" y="4860"/>
                    <a:pt x="10351" y="8296"/>
                  </a:cubicBezTo>
                  <a:lnTo>
                    <a:pt x="12281" y="6492"/>
                  </a:lnTo>
                  <a:cubicBezTo>
                    <a:pt x="9749" y="2532"/>
                    <a:pt x="4988" y="76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31"/>
            <p:cNvSpPr/>
            <p:nvPr/>
          </p:nvSpPr>
          <p:spPr>
            <a:xfrm>
              <a:off x="7734307" y="1826919"/>
              <a:ext cx="623472" cy="24773"/>
            </a:xfrm>
            <a:custGeom>
              <a:avLst/>
              <a:gdLst/>
              <a:ahLst/>
              <a:cxnLst/>
              <a:rect l="l" t="t" r="r" b="b"/>
              <a:pathLst>
                <a:path w="6317" h="251" extrusionOk="0">
                  <a:moveTo>
                    <a:pt x="1" y="0"/>
                  </a:moveTo>
                  <a:lnTo>
                    <a:pt x="1" y="251"/>
                  </a:lnTo>
                  <a:lnTo>
                    <a:pt x="6317" y="251"/>
                  </a:lnTo>
                  <a:lnTo>
                    <a:pt x="631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31"/>
            <p:cNvSpPr/>
            <p:nvPr/>
          </p:nvSpPr>
          <p:spPr>
            <a:xfrm>
              <a:off x="7744177" y="1911010"/>
              <a:ext cx="343961" cy="27241"/>
            </a:xfrm>
            <a:custGeom>
              <a:avLst/>
              <a:gdLst/>
              <a:ahLst/>
              <a:cxnLst/>
              <a:rect l="l" t="t" r="r" b="b"/>
              <a:pathLst>
                <a:path w="3485" h="276" extrusionOk="0">
                  <a:moveTo>
                    <a:pt x="1" y="0"/>
                  </a:moveTo>
                  <a:lnTo>
                    <a:pt x="1" y="276"/>
                  </a:lnTo>
                  <a:lnTo>
                    <a:pt x="3485" y="276"/>
                  </a:lnTo>
                  <a:lnTo>
                    <a:pt x="348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31"/>
            <p:cNvSpPr/>
            <p:nvPr/>
          </p:nvSpPr>
          <p:spPr>
            <a:xfrm>
              <a:off x="5235950" y="2749551"/>
              <a:ext cx="621005" cy="101560"/>
            </a:xfrm>
            <a:custGeom>
              <a:avLst/>
              <a:gdLst/>
              <a:ahLst/>
              <a:cxnLst/>
              <a:rect l="l" t="t" r="r" b="b"/>
              <a:pathLst>
                <a:path w="6292" h="1029" extrusionOk="0">
                  <a:moveTo>
                    <a:pt x="126" y="1"/>
                  </a:moveTo>
                  <a:lnTo>
                    <a:pt x="0" y="126"/>
                  </a:lnTo>
                  <a:lnTo>
                    <a:pt x="502" y="702"/>
                  </a:lnTo>
                  <a:cubicBezTo>
                    <a:pt x="627" y="842"/>
                    <a:pt x="799" y="911"/>
                    <a:pt x="969" y="911"/>
                  </a:cubicBezTo>
                  <a:cubicBezTo>
                    <a:pt x="1106" y="911"/>
                    <a:pt x="1242" y="867"/>
                    <a:pt x="1354" y="778"/>
                  </a:cubicBezTo>
                  <a:lnTo>
                    <a:pt x="1830" y="351"/>
                  </a:lnTo>
                  <a:cubicBezTo>
                    <a:pt x="1905" y="276"/>
                    <a:pt x="2030" y="251"/>
                    <a:pt x="2131" y="251"/>
                  </a:cubicBezTo>
                  <a:cubicBezTo>
                    <a:pt x="2256" y="251"/>
                    <a:pt x="2356" y="301"/>
                    <a:pt x="2431" y="402"/>
                  </a:cubicBezTo>
                  <a:lnTo>
                    <a:pt x="2757" y="778"/>
                  </a:lnTo>
                  <a:cubicBezTo>
                    <a:pt x="2882" y="903"/>
                    <a:pt x="3033" y="978"/>
                    <a:pt x="3183" y="1003"/>
                  </a:cubicBezTo>
                  <a:cubicBezTo>
                    <a:pt x="3359" y="1003"/>
                    <a:pt x="3509" y="953"/>
                    <a:pt x="3634" y="828"/>
                  </a:cubicBezTo>
                  <a:lnTo>
                    <a:pt x="4035" y="477"/>
                  </a:lnTo>
                  <a:cubicBezTo>
                    <a:pt x="4136" y="402"/>
                    <a:pt x="4236" y="351"/>
                    <a:pt x="4361" y="351"/>
                  </a:cubicBezTo>
                  <a:cubicBezTo>
                    <a:pt x="4487" y="377"/>
                    <a:pt x="4587" y="427"/>
                    <a:pt x="4662" y="527"/>
                  </a:cubicBezTo>
                  <a:lnTo>
                    <a:pt x="4862" y="778"/>
                  </a:lnTo>
                  <a:cubicBezTo>
                    <a:pt x="4963" y="928"/>
                    <a:pt x="5138" y="1003"/>
                    <a:pt x="5314" y="1028"/>
                  </a:cubicBezTo>
                  <a:cubicBezTo>
                    <a:pt x="5489" y="1028"/>
                    <a:pt x="5664" y="953"/>
                    <a:pt x="5790" y="828"/>
                  </a:cubicBezTo>
                  <a:lnTo>
                    <a:pt x="6291" y="301"/>
                  </a:lnTo>
                  <a:lnTo>
                    <a:pt x="6141" y="176"/>
                  </a:lnTo>
                  <a:lnTo>
                    <a:pt x="5639" y="702"/>
                  </a:lnTo>
                  <a:cubicBezTo>
                    <a:pt x="5564" y="803"/>
                    <a:pt x="5439" y="828"/>
                    <a:pt x="5314" y="828"/>
                  </a:cubicBezTo>
                  <a:cubicBezTo>
                    <a:pt x="5188" y="828"/>
                    <a:pt x="5088" y="778"/>
                    <a:pt x="5013" y="677"/>
                  </a:cubicBezTo>
                  <a:lnTo>
                    <a:pt x="4787" y="402"/>
                  </a:lnTo>
                  <a:cubicBezTo>
                    <a:pt x="4687" y="276"/>
                    <a:pt x="4537" y="201"/>
                    <a:pt x="4361" y="176"/>
                  </a:cubicBezTo>
                  <a:cubicBezTo>
                    <a:pt x="4211" y="176"/>
                    <a:pt x="4035" y="226"/>
                    <a:pt x="3910" y="326"/>
                  </a:cubicBezTo>
                  <a:lnTo>
                    <a:pt x="3509" y="702"/>
                  </a:lnTo>
                  <a:cubicBezTo>
                    <a:pt x="3427" y="764"/>
                    <a:pt x="3344" y="809"/>
                    <a:pt x="3262" y="809"/>
                  </a:cubicBezTo>
                  <a:cubicBezTo>
                    <a:pt x="3244" y="809"/>
                    <a:pt x="3226" y="807"/>
                    <a:pt x="3208" y="803"/>
                  </a:cubicBezTo>
                  <a:cubicBezTo>
                    <a:pt x="3083" y="803"/>
                    <a:pt x="2983" y="752"/>
                    <a:pt x="2908" y="677"/>
                  </a:cubicBezTo>
                  <a:lnTo>
                    <a:pt x="2557" y="276"/>
                  </a:lnTo>
                  <a:cubicBezTo>
                    <a:pt x="2456" y="151"/>
                    <a:pt x="2306" y="76"/>
                    <a:pt x="2156" y="76"/>
                  </a:cubicBezTo>
                  <a:cubicBezTo>
                    <a:pt x="2126" y="72"/>
                    <a:pt x="2098" y="69"/>
                    <a:pt x="2070" y="69"/>
                  </a:cubicBezTo>
                  <a:cubicBezTo>
                    <a:pt x="1931" y="69"/>
                    <a:pt x="1809" y="122"/>
                    <a:pt x="1705" y="226"/>
                  </a:cubicBezTo>
                  <a:lnTo>
                    <a:pt x="1228" y="627"/>
                  </a:lnTo>
                  <a:cubicBezTo>
                    <a:pt x="1151" y="694"/>
                    <a:pt x="1058" y="726"/>
                    <a:pt x="966" y="726"/>
                  </a:cubicBezTo>
                  <a:cubicBezTo>
                    <a:pt x="851" y="726"/>
                    <a:pt x="736" y="675"/>
                    <a:pt x="652" y="577"/>
                  </a:cubicBezTo>
                  <a:lnTo>
                    <a:pt x="1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31"/>
            <p:cNvSpPr/>
            <p:nvPr/>
          </p:nvSpPr>
          <p:spPr>
            <a:xfrm>
              <a:off x="6814239" y="3180764"/>
              <a:ext cx="185551" cy="563464"/>
            </a:xfrm>
            <a:custGeom>
              <a:avLst/>
              <a:gdLst/>
              <a:ahLst/>
              <a:cxnLst/>
              <a:rect l="l" t="t" r="r" b="b"/>
              <a:pathLst>
                <a:path w="1880" h="5709" extrusionOk="0">
                  <a:moveTo>
                    <a:pt x="662" y="0"/>
                  </a:moveTo>
                  <a:cubicBezTo>
                    <a:pt x="389" y="0"/>
                    <a:pt x="147" y="228"/>
                    <a:pt x="100" y="769"/>
                  </a:cubicBezTo>
                  <a:cubicBezTo>
                    <a:pt x="1" y="2375"/>
                    <a:pt x="97" y="5709"/>
                    <a:pt x="771" y="5709"/>
                  </a:cubicBezTo>
                  <a:cubicBezTo>
                    <a:pt x="781" y="5709"/>
                    <a:pt x="791" y="5708"/>
                    <a:pt x="801" y="5707"/>
                  </a:cubicBezTo>
                  <a:cubicBezTo>
                    <a:pt x="1503" y="5632"/>
                    <a:pt x="1879" y="5331"/>
                    <a:pt x="1428" y="5256"/>
                  </a:cubicBezTo>
                  <a:cubicBezTo>
                    <a:pt x="1002" y="5206"/>
                    <a:pt x="1002" y="5155"/>
                    <a:pt x="977" y="5030"/>
                  </a:cubicBezTo>
                  <a:cubicBezTo>
                    <a:pt x="952" y="4228"/>
                    <a:pt x="1428" y="2649"/>
                    <a:pt x="1553" y="1471"/>
                  </a:cubicBezTo>
                  <a:cubicBezTo>
                    <a:pt x="1647" y="615"/>
                    <a:pt x="1111" y="0"/>
                    <a:pt x="662" y="0"/>
                  </a:cubicBezTo>
                  <a:close/>
                </a:path>
              </a:pathLst>
            </a:custGeom>
            <a:solidFill>
              <a:srgbClr val="8050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31"/>
            <p:cNvSpPr/>
            <p:nvPr/>
          </p:nvSpPr>
          <p:spPr>
            <a:xfrm>
              <a:off x="6858653" y="3699424"/>
              <a:ext cx="168279" cy="54086"/>
            </a:xfrm>
            <a:custGeom>
              <a:avLst/>
              <a:gdLst/>
              <a:ahLst/>
              <a:cxnLst/>
              <a:rect l="l" t="t" r="r" b="b"/>
              <a:pathLst>
                <a:path w="1705" h="548" extrusionOk="0">
                  <a:moveTo>
                    <a:pt x="978" y="1"/>
                  </a:moveTo>
                  <a:cubicBezTo>
                    <a:pt x="808" y="170"/>
                    <a:pt x="551" y="211"/>
                    <a:pt x="343" y="211"/>
                  </a:cubicBezTo>
                  <a:cubicBezTo>
                    <a:pt x="151" y="211"/>
                    <a:pt x="0" y="176"/>
                    <a:pt x="0" y="176"/>
                  </a:cubicBezTo>
                  <a:lnTo>
                    <a:pt x="0" y="176"/>
                  </a:lnTo>
                  <a:cubicBezTo>
                    <a:pt x="34" y="452"/>
                    <a:pt x="207" y="548"/>
                    <a:pt x="428" y="548"/>
                  </a:cubicBezTo>
                  <a:cubicBezTo>
                    <a:pt x="708" y="548"/>
                    <a:pt x="1065" y="392"/>
                    <a:pt x="1304" y="251"/>
                  </a:cubicBezTo>
                  <a:cubicBezTo>
                    <a:pt x="1705" y="1"/>
                    <a:pt x="978" y="1"/>
                    <a:pt x="9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31"/>
            <p:cNvSpPr/>
            <p:nvPr/>
          </p:nvSpPr>
          <p:spPr>
            <a:xfrm>
              <a:off x="6448166" y="3574669"/>
              <a:ext cx="200455" cy="562674"/>
            </a:xfrm>
            <a:custGeom>
              <a:avLst/>
              <a:gdLst/>
              <a:ahLst/>
              <a:cxnLst/>
              <a:rect l="l" t="t" r="r" b="b"/>
              <a:pathLst>
                <a:path w="2031" h="5701" extrusionOk="0">
                  <a:moveTo>
                    <a:pt x="1066" y="0"/>
                  </a:moveTo>
                  <a:cubicBezTo>
                    <a:pt x="813" y="0"/>
                    <a:pt x="581" y="210"/>
                    <a:pt x="500" y="713"/>
                  </a:cubicBezTo>
                  <a:cubicBezTo>
                    <a:pt x="226" y="2311"/>
                    <a:pt x="1" y="5701"/>
                    <a:pt x="693" y="5701"/>
                  </a:cubicBezTo>
                  <a:cubicBezTo>
                    <a:pt x="696" y="5701"/>
                    <a:pt x="698" y="5701"/>
                    <a:pt x="701" y="5701"/>
                  </a:cubicBezTo>
                  <a:cubicBezTo>
                    <a:pt x="1428" y="5676"/>
                    <a:pt x="1804" y="5400"/>
                    <a:pt x="1377" y="5300"/>
                  </a:cubicBezTo>
                  <a:cubicBezTo>
                    <a:pt x="951" y="5200"/>
                    <a:pt x="951" y="5149"/>
                    <a:pt x="951" y="5024"/>
                  </a:cubicBezTo>
                  <a:cubicBezTo>
                    <a:pt x="976" y="4222"/>
                    <a:pt x="1628" y="2693"/>
                    <a:pt x="1854" y="1540"/>
                  </a:cubicBezTo>
                  <a:cubicBezTo>
                    <a:pt x="2031" y="672"/>
                    <a:pt x="1516" y="0"/>
                    <a:pt x="1066" y="0"/>
                  </a:cubicBezTo>
                  <a:close/>
                </a:path>
              </a:pathLst>
            </a:custGeom>
            <a:solidFill>
              <a:srgbClr val="8050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31"/>
            <p:cNvSpPr/>
            <p:nvPr/>
          </p:nvSpPr>
          <p:spPr>
            <a:xfrm>
              <a:off x="6485079" y="4097671"/>
              <a:ext cx="168378" cy="48954"/>
            </a:xfrm>
            <a:custGeom>
              <a:avLst/>
              <a:gdLst/>
              <a:ahLst/>
              <a:cxnLst/>
              <a:rect l="l" t="t" r="r" b="b"/>
              <a:pathLst>
                <a:path w="1706" h="496" extrusionOk="0">
                  <a:moveTo>
                    <a:pt x="1003" y="1"/>
                  </a:moveTo>
                  <a:cubicBezTo>
                    <a:pt x="863" y="121"/>
                    <a:pt x="675" y="157"/>
                    <a:pt x="499" y="157"/>
                  </a:cubicBezTo>
                  <a:cubicBezTo>
                    <a:pt x="236" y="157"/>
                    <a:pt x="1" y="76"/>
                    <a:pt x="1" y="76"/>
                  </a:cubicBezTo>
                  <a:lnTo>
                    <a:pt x="1" y="76"/>
                  </a:lnTo>
                  <a:cubicBezTo>
                    <a:pt x="14" y="389"/>
                    <a:pt x="227" y="496"/>
                    <a:pt x="490" y="496"/>
                  </a:cubicBezTo>
                  <a:cubicBezTo>
                    <a:pt x="753" y="496"/>
                    <a:pt x="1066" y="389"/>
                    <a:pt x="1279" y="276"/>
                  </a:cubicBezTo>
                  <a:cubicBezTo>
                    <a:pt x="1705" y="76"/>
                    <a:pt x="1003" y="1"/>
                    <a:pt x="10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31"/>
            <p:cNvSpPr/>
            <p:nvPr/>
          </p:nvSpPr>
          <p:spPr>
            <a:xfrm>
              <a:off x="6344137" y="3080980"/>
              <a:ext cx="309318" cy="911669"/>
            </a:xfrm>
            <a:custGeom>
              <a:avLst/>
              <a:gdLst/>
              <a:ahLst/>
              <a:cxnLst/>
              <a:rect l="l" t="t" r="r" b="b"/>
              <a:pathLst>
                <a:path w="3134" h="9237" extrusionOk="0">
                  <a:moveTo>
                    <a:pt x="2181" y="1"/>
                  </a:moveTo>
                  <a:lnTo>
                    <a:pt x="1604" y="126"/>
                  </a:lnTo>
                  <a:lnTo>
                    <a:pt x="1128" y="227"/>
                  </a:lnTo>
                  <a:lnTo>
                    <a:pt x="978" y="277"/>
                  </a:lnTo>
                  <a:lnTo>
                    <a:pt x="251" y="427"/>
                  </a:lnTo>
                  <a:cubicBezTo>
                    <a:pt x="101" y="878"/>
                    <a:pt x="0" y="1179"/>
                    <a:pt x="25" y="1580"/>
                  </a:cubicBezTo>
                  <a:cubicBezTo>
                    <a:pt x="51" y="1956"/>
                    <a:pt x="176" y="2432"/>
                    <a:pt x="426" y="3259"/>
                  </a:cubicBezTo>
                  <a:cubicBezTo>
                    <a:pt x="627" y="3836"/>
                    <a:pt x="1028" y="4713"/>
                    <a:pt x="1078" y="5239"/>
                  </a:cubicBezTo>
                  <a:cubicBezTo>
                    <a:pt x="1254" y="7169"/>
                    <a:pt x="1003" y="7395"/>
                    <a:pt x="1279" y="9074"/>
                  </a:cubicBezTo>
                  <a:cubicBezTo>
                    <a:pt x="1304" y="9186"/>
                    <a:pt x="1542" y="9237"/>
                    <a:pt x="1783" y="9237"/>
                  </a:cubicBezTo>
                  <a:cubicBezTo>
                    <a:pt x="2024" y="9237"/>
                    <a:pt x="2269" y="9186"/>
                    <a:pt x="2306" y="9099"/>
                  </a:cubicBezTo>
                  <a:cubicBezTo>
                    <a:pt x="3133" y="7344"/>
                    <a:pt x="3083" y="5339"/>
                    <a:pt x="3083" y="4312"/>
                  </a:cubicBezTo>
                  <a:cubicBezTo>
                    <a:pt x="3083" y="3861"/>
                    <a:pt x="3083" y="3585"/>
                    <a:pt x="2908" y="2608"/>
                  </a:cubicBezTo>
                  <a:cubicBezTo>
                    <a:pt x="2883" y="2507"/>
                    <a:pt x="2858" y="2432"/>
                    <a:pt x="2858" y="2332"/>
                  </a:cubicBezTo>
                  <a:cubicBezTo>
                    <a:pt x="2807" y="2056"/>
                    <a:pt x="2732" y="1705"/>
                    <a:pt x="2632" y="1279"/>
                  </a:cubicBezTo>
                  <a:cubicBezTo>
                    <a:pt x="2532" y="803"/>
                    <a:pt x="2331" y="327"/>
                    <a:pt x="2231" y="101"/>
                  </a:cubicBezTo>
                  <a:cubicBezTo>
                    <a:pt x="2206" y="26"/>
                    <a:pt x="2181" y="1"/>
                    <a:pt x="218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31"/>
            <p:cNvSpPr/>
            <p:nvPr/>
          </p:nvSpPr>
          <p:spPr>
            <a:xfrm>
              <a:off x="6413424" y="3155201"/>
              <a:ext cx="222662" cy="226215"/>
            </a:xfrm>
            <a:custGeom>
              <a:avLst/>
              <a:gdLst/>
              <a:ahLst/>
              <a:cxnLst/>
              <a:rect l="l" t="t" r="r" b="b"/>
              <a:pathLst>
                <a:path w="2256" h="2292" extrusionOk="0">
                  <a:moveTo>
                    <a:pt x="251" y="1"/>
                  </a:moveTo>
                  <a:lnTo>
                    <a:pt x="251" y="1"/>
                  </a:lnTo>
                  <a:cubicBezTo>
                    <a:pt x="50" y="627"/>
                    <a:pt x="0" y="1630"/>
                    <a:pt x="727" y="2131"/>
                  </a:cubicBezTo>
                  <a:cubicBezTo>
                    <a:pt x="897" y="2241"/>
                    <a:pt x="1138" y="2291"/>
                    <a:pt x="1402" y="2291"/>
                  </a:cubicBezTo>
                  <a:cubicBezTo>
                    <a:pt x="1681" y="2291"/>
                    <a:pt x="1985" y="2234"/>
                    <a:pt x="2256" y="2131"/>
                  </a:cubicBezTo>
                  <a:cubicBezTo>
                    <a:pt x="2181" y="1805"/>
                    <a:pt x="2055" y="1079"/>
                    <a:pt x="1930" y="527"/>
                  </a:cubicBezTo>
                  <a:cubicBezTo>
                    <a:pt x="1905" y="377"/>
                    <a:pt x="1855" y="226"/>
                    <a:pt x="1830" y="101"/>
                  </a:cubicBezTo>
                  <a:lnTo>
                    <a:pt x="2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31"/>
            <p:cNvSpPr/>
            <p:nvPr/>
          </p:nvSpPr>
          <p:spPr>
            <a:xfrm>
              <a:off x="6410956" y="2952573"/>
              <a:ext cx="630874" cy="627124"/>
            </a:xfrm>
            <a:custGeom>
              <a:avLst/>
              <a:gdLst/>
              <a:ahLst/>
              <a:cxnLst/>
              <a:rect l="l" t="t" r="r" b="b"/>
              <a:pathLst>
                <a:path w="6392" h="6354" extrusionOk="0">
                  <a:moveTo>
                    <a:pt x="4919" y="1"/>
                  </a:moveTo>
                  <a:cubicBezTo>
                    <a:pt x="4332" y="1"/>
                    <a:pt x="3606" y="365"/>
                    <a:pt x="3083" y="675"/>
                  </a:cubicBezTo>
                  <a:cubicBezTo>
                    <a:pt x="2707" y="901"/>
                    <a:pt x="2431" y="1101"/>
                    <a:pt x="2431" y="1101"/>
                  </a:cubicBezTo>
                  <a:lnTo>
                    <a:pt x="501" y="1177"/>
                  </a:lnTo>
                  <a:cubicBezTo>
                    <a:pt x="501" y="1177"/>
                    <a:pt x="401" y="1327"/>
                    <a:pt x="301" y="1578"/>
                  </a:cubicBezTo>
                  <a:cubicBezTo>
                    <a:pt x="176" y="1903"/>
                    <a:pt x="0" y="2430"/>
                    <a:pt x="75" y="2931"/>
                  </a:cubicBezTo>
                  <a:cubicBezTo>
                    <a:pt x="125" y="3307"/>
                    <a:pt x="176" y="3583"/>
                    <a:pt x="551" y="3833"/>
                  </a:cubicBezTo>
                  <a:cubicBezTo>
                    <a:pt x="662" y="3910"/>
                    <a:pt x="815" y="3943"/>
                    <a:pt x="992" y="3943"/>
                  </a:cubicBezTo>
                  <a:cubicBezTo>
                    <a:pt x="1340" y="3943"/>
                    <a:pt x="1782" y="3815"/>
                    <a:pt x="2181" y="3633"/>
                  </a:cubicBezTo>
                  <a:cubicBezTo>
                    <a:pt x="2717" y="3390"/>
                    <a:pt x="3242" y="3112"/>
                    <a:pt x="3532" y="3112"/>
                  </a:cubicBezTo>
                  <a:cubicBezTo>
                    <a:pt x="3662" y="3112"/>
                    <a:pt x="3744" y="3168"/>
                    <a:pt x="3760" y="3307"/>
                  </a:cubicBezTo>
                  <a:cubicBezTo>
                    <a:pt x="3885" y="4836"/>
                    <a:pt x="4085" y="6264"/>
                    <a:pt x="4085" y="6264"/>
                  </a:cubicBezTo>
                  <a:cubicBezTo>
                    <a:pt x="4267" y="6329"/>
                    <a:pt x="4445" y="6354"/>
                    <a:pt x="4610" y="6354"/>
                  </a:cubicBezTo>
                  <a:cubicBezTo>
                    <a:pt x="5152" y="6354"/>
                    <a:pt x="5564" y="6089"/>
                    <a:pt x="5564" y="6089"/>
                  </a:cubicBezTo>
                  <a:cubicBezTo>
                    <a:pt x="5564" y="6089"/>
                    <a:pt x="6391" y="1427"/>
                    <a:pt x="5689" y="375"/>
                  </a:cubicBezTo>
                  <a:cubicBezTo>
                    <a:pt x="5506" y="104"/>
                    <a:pt x="5232" y="1"/>
                    <a:pt x="491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31"/>
            <p:cNvSpPr/>
            <p:nvPr/>
          </p:nvSpPr>
          <p:spPr>
            <a:xfrm>
              <a:off x="6344137" y="3061240"/>
              <a:ext cx="390941" cy="181603"/>
            </a:xfrm>
            <a:custGeom>
              <a:avLst/>
              <a:gdLst/>
              <a:ahLst/>
              <a:cxnLst/>
              <a:rect l="l" t="t" r="r" b="b"/>
              <a:pathLst>
                <a:path w="3961" h="1840" extrusionOk="0">
                  <a:moveTo>
                    <a:pt x="3108" y="0"/>
                  </a:moveTo>
                  <a:lnTo>
                    <a:pt x="1178" y="76"/>
                  </a:lnTo>
                  <a:cubicBezTo>
                    <a:pt x="1178" y="76"/>
                    <a:pt x="1078" y="226"/>
                    <a:pt x="978" y="477"/>
                  </a:cubicBezTo>
                  <a:lnTo>
                    <a:pt x="251" y="627"/>
                  </a:lnTo>
                  <a:cubicBezTo>
                    <a:pt x="101" y="1078"/>
                    <a:pt x="0" y="1379"/>
                    <a:pt x="25" y="1780"/>
                  </a:cubicBezTo>
                  <a:cubicBezTo>
                    <a:pt x="154" y="1817"/>
                    <a:pt x="323" y="1840"/>
                    <a:pt x="522" y="1840"/>
                  </a:cubicBezTo>
                  <a:cubicBezTo>
                    <a:pt x="595" y="1840"/>
                    <a:pt x="672" y="1837"/>
                    <a:pt x="752" y="1830"/>
                  </a:cubicBezTo>
                  <a:cubicBezTo>
                    <a:pt x="1304" y="1805"/>
                    <a:pt x="2030" y="1655"/>
                    <a:pt x="2632" y="1479"/>
                  </a:cubicBezTo>
                  <a:cubicBezTo>
                    <a:pt x="3409" y="1229"/>
                    <a:pt x="3960" y="853"/>
                    <a:pt x="3910" y="602"/>
                  </a:cubicBezTo>
                  <a:lnTo>
                    <a:pt x="3910" y="602"/>
                  </a:lnTo>
                  <a:lnTo>
                    <a:pt x="3108" y="652"/>
                  </a:lnTo>
                  <a:lnTo>
                    <a:pt x="3108" y="0"/>
                  </a:lnTo>
                  <a:close/>
                </a:path>
              </a:pathLst>
            </a:custGeom>
            <a:solidFill>
              <a:srgbClr val="2A2E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31"/>
            <p:cNvSpPr/>
            <p:nvPr/>
          </p:nvSpPr>
          <p:spPr>
            <a:xfrm>
              <a:off x="6302092" y="2650556"/>
              <a:ext cx="436539" cy="557345"/>
            </a:xfrm>
            <a:custGeom>
              <a:avLst/>
              <a:gdLst/>
              <a:ahLst/>
              <a:cxnLst/>
              <a:rect l="l" t="t" r="r" b="b"/>
              <a:pathLst>
                <a:path w="4423" h="5647" extrusionOk="0">
                  <a:moveTo>
                    <a:pt x="1800" y="0"/>
                  </a:moveTo>
                  <a:cubicBezTo>
                    <a:pt x="1115" y="0"/>
                    <a:pt x="676" y="553"/>
                    <a:pt x="602" y="903"/>
                  </a:cubicBezTo>
                  <a:cubicBezTo>
                    <a:pt x="251" y="2658"/>
                    <a:pt x="0" y="3460"/>
                    <a:pt x="251" y="5339"/>
                  </a:cubicBezTo>
                  <a:cubicBezTo>
                    <a:pt x="282" y="5556"/>
                    <a:pt x="697" y="5646"/>
                    <a:pt x="1251" y="5646"/>
                  </a:cubicBezTo>
                  <a:cubicBezTo>
                    <a:pt x="2488" y="5646"/>
                    <a:pt x="4423" y="5198"/>
                    <a:pt x="4336" y="4713"/>
                  </a:cubicBezTo>
                  <a:cubicBezTo>
                    <a:pt x="3760" y="1530"/>
                    <a:pt x="3208" y="603"/>
                    <a:pt x="2632" y="252"/>
                  </a:cubicBezTo>
                  <a:cubicBezTo>
                    <a:pt x="2326" y="72"/>
                    <a:pt x="2047" y="0"/>
                    <a:pt x="18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31"/>
            <p:cNvSpPr/>
            <p:nvPr/>
          </p:nvSpPr>
          <p:spPr>
            <a:xfrm>
              <a:off x="6967518" y="2326234"/>
              <a:ext cx="56948" cy="99388"/>
            </a:xfrm>
            <a:custGeom>
              <a:avLst/>
              <a:gdLst/>
              <a:ahLst/>
              <a:cxnLst/>
              <a:rect l="l" t="t" r="r" b="b"/>
              <a:pathLst>
                <a:path w="577" h="1007" extrusionOk="0">
                  <a:moveTo>
                    <a:pt x="266" y="1"/>
                  </a:moveTo>
                  <a:cubicBezTo>
                    <a:pt x="77" y="1"/>
                    <a:pt x="0" y="831"/>
                    <a:pt x="0" y="831"/>
                  </a:cubicBezTo>
                  <a:lnTo>
                    <a:pt x="301" y="1006"/>
                  </a:lnTo>
                  <a:cubicBezTo>
                    <a:pt x="527" y="480"/>
                    <a:pt x="577" y="330"/>
                    <a:pt x="351" y="54"/>
                  </a:cubicBezTo>
                  <a:cubicBezTo>
                    <a:pt x="320" y="17"/>
                    <a:pt x="292" y="1"/>
                    <a:pt x="266" y="1"/>
                  </a:cubicBezTo>
                  <a:close/>
                </a:path>
              </a:pathLst>
            </a:custGeom>
            <a:solidFill>
              <a:srgbClr val="8050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31"/>
            <p:cNvSpPr/>
            <p:nvPr/>
          </p:nvSpPr>
          <p:spPr>
            <a:xfrm>
              <a:off x="6539561" y="2402527"/>
              <a:ext cx="455193" cy="414233"/>
            </a:xfrm>
            <a:custGeom>
              <a:avLst/>
              <a:gdLst/>
              <a:ahLst/>
              <a:cxnLst/>
              <a:rect l="l" t="t" r="r" b="b"/>
              <a:pathLst>
                <a:path w="4612" h="4197" extrusionOk="0">
                  <a:moveTo>
                    <a:pt x="4349" y="0"/>
                  </a:moveTo>
                  <a:cubicBezTo>
                    <a:pt x="4308" y="0"/>
                    <a:pt x="4262" y="10"/>
                    <a:pt x="4211" y="33"/>
                  </a:cubicBezTo>
                  <a:cubicBezTo>
                    <a:pt x="4211" y="33"/>
                    <a:pt x="2983" y="1887"/>
                    <a:pt x="2381" y="2314"/>
                  </a:cubicBezTo>
                  <a:cubicBezTo>
                    <a:pt x="1930" y="2639"/>
                    <a:pt x="878" y="2815"/>
                    <a:pt x="401" y="3291"/>
                  </a:cubicBezTo>
                  <a:cubicBezTo>
                    <a:pt x="251" y="3441"/>
                    <a:pt x="0" y="3943"/>
                    <a:pt x="426" y="4093"/>
                  </a:cubicBezTo>
                  <a:cubicBezTo>
                    <a:pt x="617" y="4157"/>
                    <a:pt x="842" y="4196"/>
                    <a:pt x="1093" y="4196"/>
                  </a:cubicBezTo>
                  <a:cubicBezTo>
                    <a:pt x="1731" y="4196"/>
                    <a:pt x="2538" y="3939"/>
                    <a:pt x="3384" y="3166"/>
                  </a:cubicBezTo>
                  <a:cubicBezTo>
                    <a:pt x="4487" y="2188"/>
                    <a:pt x="4612" y="183"/>
                    <a:pt x="4612" y="183"/>
                  </a:cubicBezTo>
                  <a:cubicBezTo>
                    <a:pt x="4612" y="183"/>
                    <a:pt x="4529" y="0"/>
                    <a:pt x="434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31"/>
            <p:cNvSpPr/>
            <p:nvPr/>
          </p:nvSpPr>
          <p:spPr>
            <a:xfrm>
              <a:off x="6208032" y="2375879"/>
              <a:ext cx="527045" cy="714471"/>
            </a:xfrm>
            <a:custGeom>
              <a:avLst/>
              <a:gdLst/>
              <a:ahLst/>
              <a:cxnLst/>
              <a:rect l="l" t="t" r="r" b="b"/>
              <a:pathLst>
                <a:path w="5340" h="7239" extrusionOk="0">
                  <a:moveTo>
                    <a:pt x="2802" y="1"/>
                  </a:moveTo>
                  <a:cubicBezTo>
                    <a:pt x="1181" y="1"/>
                    <a:pt x="1816" y="1136"/>
                    <a:pt x="1154" y="1406"/>
                  </a:cubicBezTo>
                  <a:cubicBezTo>
                    <a:pt x="477" y="1681"/>
                    <a:pt x="1104" y="2659"/>
                    <a:pt x="828" y="2884"/>
                  </a:cubicBezTo>
                  <a:cubicBezTo>
                    <a:pt x="1" y="3561"/>
                    <a:pt x="728" y="3987"/>
                    <a:pt x="703" y="4438"/>
                  </a:cubicBezTo>
                  <a:cubicBezTo>
                    <a:pt x="678" y="4814"/>
                    <a:pt x="778" y="5090"/>
                    <a:pt x="1029" y="5340"/>
                  </a:cubicBezTo>
                  <a:cubicBezTo>
                    <a:pt x="1229" y="5541"/>
                    <a:pt x="1329" y="5792"/>
                    <a:pt x="1404" y="6067"/>
                  </a:cubicBezTo>
                  <a:cubicBezTo>
                    <a:pt x="1480" y="6318"/>
                    <a:pt x="1329" y="6594"/>
                    <a:pt x="1430" y="6844"/>
                  </a:cubicBezTo>
                  <a:cubicBezTo>
                    <a:pt x="1505" y="6995"/>
                    <a:pt x="1630" y="7070"/>
                    <a:pt x="1755" y="7145"/>
                  </a:cubicBezTo>
                  <a:cubicBezTo>
                    <a:pt x="1892" y="7206"/>
                    <a:pt x="2047" y="7239"/>
                    <a:pt x="2198" y="7239"/>
                  </a:cubicBezTo>
                  <a:cubicBezTo>
                    <a:pt x="2296" y="7239"/>
                    <a:pt x="2393" y="7225"/>
                    <a:pt x="2482" y="7195"/>
                  </a:cubicBezTo>
                  <a:cubicBezTo>
                    <a:pt x="2633" y="7145"/>
                    <a:pt x="2758" y="7070"/>
                    <a:pt x="2883" y="6970"/>
                  </a:cubicBezTo>
                  <a:cubicBezTo>
                    <a:pt x="2983" y="6869"/>
                    <a:pt x="3034" y="6744"/>
                    <a:pt x="3184" y="6694"/>
                  </a:cubicBezTo>
                  <a:cubicBezTo>
                    <a:pt x="3272" y="6664"/>
                    <a:pt x="3369" y="6652"/>
                    <a:pt x="3464" y="6652"/>
                  </a:cubicBezTo>
                  <a:cubicBezTo>
                    <a:pt x="3531" y="6652"/>
                    <a:pt x="3598" y="6658"/>
                    <a:pt x="3660" y="6669"/>
                  </a:cubicBezTo>
                  <a:cubicBezTo>
                    <a:pt x="3810" y="6719"/>
                    <a:pt x="3961" y="6794"/>
                    <a:pt x="4111" y="6819"/>
                  </a:cubicBezTo>
                  <a:cubicBezTo>
                    <a:pt x="4134" y="6822"/>
                    <a:pt x="4157" y="6823"/>
                    <a:pt x="4180" y="6823"/>
                  </a:cubicBezTo>
                  <a:cubicBezTo>
                    <a:pt x="4382" y="6823"/>
                    <a:pt x="4580" y="6726"/>
                    <a:pt x="4738" y="6569"/>
                  </a:cubicBezTo>
                  <a:cubicBezTo>
                    <a:pt x="4888" y="6418"/>
                    <a:pt x="5089" y="6142"/>
                    <a:pt x="5139" y="5917"/>
                  </a:cubicBezTo>
                  <a:cubicBezTo>
                    <a:pt x="5189" y="5792"/>
                    <a:pt x="5139" y="5616"/>
                    <a:pt x="5114" y="5491"/>
                  </a:cubicBezTo>
                  <a:cubicBezTo>
                    <a:pt x="4963" y="5040"/>
                    <a:pt x="4612" y="4664"/>
                    <a:pt x="4287" y="4338"/>
                  </a:cubicBezTo>
                  <a:cubicBezTo>
                    <a:pt x="3560" y="3636"/>
                    <a:pt x="5339" y="3085"/>
                    <a:pt x="4487" y="2358"/>
                  </a:cubicBezTo>
                  <a:cubicBezTo>
                    <a:pt x="4161" y="2057"/>
                    <a:pt x="4136" y="2057"/>
                    <a:pt x="4036" y="1180"/>
                  </a:cubicBezTo>
                  <a:cubicBezTo>
                    <a:pt x="3936" y="303"/>
                    <a:pt x="3359" y="2"/>
                    <a:pt x="2908" y="2"/>
                  </a:cubicBezTo>
                  <a:cubicBezTo>
                    <a:pt x="2872" y="1"/>
                    <a:pt x="2836" y="1"/>
                    <a:pt x="28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1469" name="Google Shape;1469;p33"/>
          <p:cNvSpPr txBox="1">
            <a:spLocks noGrp="1"/>
          </p:cNvSpPr>
          <p:nvPr>
            <p:ph type="title" idx="3"/>
          </p:nvPr>
        </p:nvSpPr>
        <p:spPr>
          <a:xfrm>
            <a:off x="719998" y="12137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470" name="Google Shape;1470;p33"/>
          <p:cNvSpPr txBox="1">
            <a:spLocks noGrp="1"/>
          </p:cNvSpPr>
          <p:nvPr>
            <p:ph type="subTitle" idx="1"/>
          </p:nvPr>
        </p:nvSpPr>
        <p:spPr>
          <a:xfrm>
            <a:off x="1454699" y="1229714"/>
            <a:ext cx="2891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b="0" dirty="0"/>
              <a:t>The Problem</a:t>
            </a:r>
            <a:endParaRPr dirty="0"/>
          </a:p>
        </p:txBody>
      </p:sp>
      <p:sp>
        <p:nvSpPr>
          <p:cNvPr id="1471" name="Google Shape;1471;p33"/>
          <p:cNvSpPr txBox="1">
            <a:spLocks noGrp="1"/>
          </p:cNvSpPr>
          <p:nvPr>
            <p:ph type="subTitle" idx="4"/>
          </p:nvPr>
        </p:nvSpPr>
        <p:spPr>
          <a:xfrm>
            <a:off x="1454699" y="1746000"/>
            <a:ext cx="2891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b="0" dirty="0"/>
              <a:t>The Data</a:t>
            </a:r>
            <a:endParaRPr dirty="0"/>
          </a:p>
        </p:txBody>
      </p:sp>
      <p:sp>
        <p:nvSpPr>
          <p:cNvPr id="1473" name="Google Shape;1473;p33"/>
          <p:cNvSpPr txBox="1">
            <a:spLocks noGrp="1"/>
          </p:cNvSpPr>
          <p:nvPr>
            <p:ph type="title" idx="6"/>
          </p:nvPr>
        </p:nvSpPr>
        <p:spPr>
          <a:xfrm>
            <a:off x="719998" y="1727500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474" name="Google Shape;1474;p33"/>
          <p:cNvSpPr txBox="1">
            <a:spLocks noGrp="1"/>
          </p:cNvSpPr>
          <p:nvPr>
            <p:ph type="subTitle" idx="7"/>
          </p:nvPr>
        </p:nvSpPr>
        <p:spPr>
          <a:xfrm>
            <a:off x="1454698" y="2223716"/>
            <a:ext cx="2891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b="0" dirty="0"/>
              <a:t>The Methodology</a:t>
            </a:r>
            <a:endParaRPr dirty="0"/>
          </a:p>
        </p:txBody>
      </p:sp>
      <p:sp>
        <p:nvSpPr>
          <p:cNvPr id="1476" name="Google Shape;1476;p33"/>
          <p:cNvSpPr txBox="1">
            <a:spLocks noGrp="1"/>
          </p:cNvSpPr>
          <p:nvPr>
            <p:ph type="title" idx="9"/>
          </p:nvPr>
        </p:nvSpPr>
        <p:spPr>
          <a:xfrm>
            <a:off x="719998" y="2224700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477" name="Google Shape;1477;p33"/>
          <p:cNvSpPr txBox="1">
            <a:spLocks noGrp="1"/>
          </p:cNvSpPr>
          <p:nvPr>
            <p:ph type="subTitle" idx="13"/>
          </p:nvPr>
        </p:nvSpPr>
        <p:spPr>
          <a:xfrm>
            <a:off x="1454698" y="2713362"/>
            <a:ext cx="2891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-US" b="0" dirty="0"/>
              <a:t>Exploration</a:t>
            </a:r>
            <a:endParaRPr dirty="0"/>
          </a:p>
        </p:txBody>
      </p:sp>
      <p:sp>
        <p:nvSpPr>
          <p:cNvPr id="1479" name="Google Shape;1479;p33"/>
          <p:cNvSpPr txBox="1">
            <a:spLocks noGrp="1"/>
          </p:cNvSpPr>
          <p:nvPr>
            <p:ph type="title" idx="15"/>
          </p:nvPr>
        </p:nvSpPr>
        <p:spPr>
          <a:xfrm>
            <a:off x="719998" y="2705358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10" name="Google Shape;1479;p33">
            <a:extLst>
              <a:ext uri="{FF2B5EF4-FFF2-40B4-BE49-F238E27FC236}">
                <a16:creationId xmlns:a16="http://schemas.microsoft.com/office/drawing/2014/main" id="{B157085E-8BC1-E122-A932-E48607D23650}"/>
              </a:ext>
            </a:extLst>
          </p:cNvPr>
          <p:cNvSpPr txBox="1">
            <a:spLocks/>
          </p:cNvSpPr>
          <p:nvPr/>
        </p:nvSpPr>
        <p:spPr>
          <a:xfrm>
            <a:off x="719998" y="3202550"/>
            <a:ext cx="734700" cy="44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 Semi Condensed"/>
              <a:buNone/>
              <a:defRPr sz="30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 Semi Condensed"/>
              <a:buNone/>
              <a:defRPr sz="30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 Semi Condensed"/>
              <a:buNone/>
              <a:defRPr sz="30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 Semi Condensed"/>
              <a:buNone/>
              <a:defRPr sz="30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 Semi Condensed"/>
              <a:buNone/>
              <a:defRPr sz="30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 Semi Condensed"/>
              <a:buNone/>
              <a:defRPr sz="30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 Semi Condensed"/>
              <a:buNone/>
              <a:defRPr sz="30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 Semi Condensed"/>
              <a:buNone/>
              <a:defRPr sz="30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 Semi Condensed"/>
              <a:buNone/>
              <a:defRPr sz="30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" dirty="0"/>
              <a:t>05</a:t>
            </a:r>
          </a:p>
        </p:txBody>
      </p:sp>
      <p:sp>
        <p:nvSpPr>
          <p:cNvPr id="11" name="Google Shape;1479;p33">
            <a:extLst>
              <a:ext uri="{FF2B5EF4-FFF2-40B4-BE49-F238E27FC236}">
                <a16:creationId xmlns:a16="http://schemas.microsoft.com/office/drawing/2014/main" id="{7B6202D8-9223-9583-209E-21D49C80E13C}"/>
              </a:ext>
            </a:extLst>
          </p:cNvPr>
          <p:cNvSpPr txBox="1">
            <a:spLocks/>
          </p:cNvSpPr>
          <p:nvPr/>
        </p:nvSpPr>
        <p:spPr>
          <a:xfrm>
            <a:off x="719998" y="4213467"/>
            <a:ext cx="734700" cy="44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 Semi Condensed"/>
              <a:buNone/>
              <a:defRPr sz="30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 Semi Condensed"/>
              <a:buNone/>
              <a:defRPr sz="30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 Semi Condensed"/>
              <a:buNone/>
              <a:defRPr sz="30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 Semi Condensed"/>
              <a:buNone/>
              <a:defRPr sz="30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 Semi Condensed"/>
              <a:buNone/>
              <a:defRPr sz="30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 Semi Condensed"/>
              <a:buNone/>
              <a:defRPr sz="30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 Semi Condensed"/>
              <a:buNone/>
              <a:defRPr sz="30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 Semi Condensed"/>
              <a:buNone/>
              <a:defRPr sz="30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 Semi Condensed"/>
              <a:buNone/>
              <a:defRPr sz="30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" dirty="0"/>
              <a:t>07</a:t>
            </a:r>
          </a:p>
        </p:txBody>
      </p:sp>
      <p:sp>
        <p:nvSpPr>
          <p:cNvPr id="12" name="Google Shape;1479;p33">
            <a:extLst>
              <a:ext uri="{FF2B5EF4-FFF2-40B4-BE49-F238E27FC236}">
                <a16:creationId xmlns:a16="http://schemas.microsoft.com/office/drawing/2014/main" id="{3EAB81D2-6CC8-40F9-20A5-FB2422101ED3}"/>
              </a:ext>
            </a:extLst>
          </p:cNvPr>
          <p:cNvSpPr txBox="1">
            <a:spLocks/>
          </p:cNvSpPr>
          <p:nvPr/>
        </p:nvSpPr>
        <p:spPr>
          <a:xfrm>
            <a:off x="719998" y="3716267"/>
            <a:ext cx="734700" cy="44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 Semi Condensed"/>
              <a:buNone/>
              <a:defRPr sz="30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 Semi Condensed"/>
              <a:buNone/>
              <a:defRPr sz="30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 Semi Condensed"/>
              <a:buNone/>
              <a:defRPr sz="30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 Semi Condensed"/>
              <a:buNone/>
              <a:defRPr sz="30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 Semi Condensed"/>
              <a:buNone/>
              <a:defRPr sz="30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 Semi Condensed"/>
              <a:buNone/>
              <a:defRPr sz="30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 Semi Condensed"/>
              <a:buNone/>
              <a:defRPr sz="30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 Semi Condensed"/>
              <a:buNone/>
              <a:defRPr sz="30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rlow Semi Condensed"/>
              <a:buNone/>
              <a:defRPr sz="30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r>
              <a:rPr lang="en" dirty="0"/>
              <a:t>06</a:t>
            </a:r>
          </a:p>
        </p:txBody>
      </p:sp>
      <p:sp>
        <p:nvSpPr>
          <p:cNvPr id="13" name="Google Shape;1477;p33">
            <a:extLst>
              <a:ext uri="{FF2B5EF4-FFF2-40B4-BE49-F238E27FC236}">
                <a16:creationId xmlns:a16="http://schemas.microsoft.com/office/drawing/2014/main" id="{2F12ADA4-50DD-ADA3-3C7F-BD89F55E739B}"/>
              </a:ext>
            </a:extLst>
          </p:cNvPr>
          <p:cNvSpPr txBox="1">
            <a:spLocks/>
          </p:cNvSpPr>
          <p:nvPr/>
        </p:nvSpPr>
        <p:spPr>
          <a:xfrm>
            <a:off x="1454698" y="3723821"/>
            <a:ext cx="28914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Semi Condensed"/>
              <a:buNone/>
              <a:defRPr sz="24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Semi Condensed"/>
              <a:buNone/>
              <a:defRPr sz="24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Semi Condensed"/>
              <a:buNone/>
              <a:defRPr sz="24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Semi Condensed"/>
              <a:buNone/>
              <a:defRPr sz="24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Semi Condensed"/>
              <a:buNone/>
              <a:defRPr sz="24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Semi Condensed"/>
              <a:buNone/>
              <a:defRPr sz="24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Semi Condensed"/>
              <a:buNone/>
              <a:defRPr sz="24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Semi Condensed"/>
              <a:buNone/>
              <a:defRPr sz="24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Semi Condensed"/>
              <a:buNone/>
              <a:defRPr sz="24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marL="0" indent="0"/>
            <a:r>
              <a:rPr lang="en-US" b="0" dirty="0"/>
              <a:t>Recommended Model</a:t>
            </a:r>
            <a:endParaRPr lang="en-US" dirty="0"/>
          </a:p>
        </p:txBody>
      </p:sp>
      <p:sp>
        <p:nvSpPr>
          <p:cNvPr id="14" name="Google Shape;1477;p33">
            <a:extLst>
              <a:ext uri="{FF2B5EF4-FFF2-40B4-BE49-F238E27FC236}">
                <a16:creationId xmlns:a16="http://schemas.microsoft.com/office/drawing/2014/main" id="{BBDF3D46-6DAD-51A0-C95D-977A3BB93FC1}"/>
              </a:ext>
            </a:extLst>
          </p:cNvPr>
          <p:cNvSpPr txBox="1">
            <a:spLocks/>
          </p:cNvSpPr>
          <p:nvPr/>
        </p:nvSpPr>
        <p:spPr>
          <a:xfrm>
            <a:off x="1454697" y="4213467"/>
            <a:ext cx="4471317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Semi Condensed"/>
              <a:buNone/>
              <a:defRPr sz="24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Semi Condensed"/>
              <a:buNone/>
              <a:defRPr sz="24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Semi Condensed"/>
              <a:buNone/>
              <a:defRPr sz="24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Semi Condensed"/>
              <a:buNone/>
              <a:defRPr sz="24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Semi Condensed"/>
              <a:buNone/>
              <a:defRPr sz="24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Semi Condensed"/>
              <a:buNone/>
              <a:defRPr sz="24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Semi Condensed"/>
              <a:buNone/>
              <a:defRPr sz="24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Semi Condensed"/>
              <a:buNone/>
              <a:defRPr sz="24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Semi Condensed"/>
              <a:buNone/>
              <a:defRPr sz="24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marL="0" indent="0"/>
            <a:r>
              <a:rPr lang="en-US" b="0" dirty="0"/>
              <a:t>Projected Forecast and Takeaways</a:t>
            </a:r>
            <a:endParaRPr lang="en-US" dirty="0"/>
          </a:p>
        </p:txBody>
      </p:sp>
      <p:sp>
        <p:nvSpPr>
          <p:cNvPr id="15" name="Google Shape;1477;p33">
            <a:extLst>
              <a:ext uri="{FF2B5EF4-FFF2-40B4-BE49-F238E27FC236}">
                <a16:creationId xmlns:a16="http://schemas.microsoft.com/office/drawing/2014/main" id="{D1FD0DFE-485E-E50B-F46D-A2D3F84920FE}"/>
              </a:ext>
            </a:extLst>
          </p:cNvPr>
          <p:cNvSpPr txBox="1">
            <a:spLocks/>
          </p:cNvSpPr>
          <p:nvPr/>
        </p:nvSpPr>
        <p:spPr>
          <a:xfrm>
            <a:off x="1454698" y="3208955"/>
            <a:ext cx="28914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Semi Condensed"/>
              <a:buNone/>
              <a:defRPr sz="24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Semi Condensed"/>
              <a:buNone/>
              <a:defRPr sz="24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Semi Condensed"/>
              <a:buNone/>
              <a:defRPr sz="24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Semi Condensed"/>
              <a:buNone/>
              <a:defRPr sz="24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Semi Condensed"/>
              <a:buNone/>
              <a:defRPr sz="24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Semi Condensed"/>
              <a:buNone/>
              <a:defRPr sz="24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Semi Condensed"/>
              <a:buNone/>
              <a:defRPr sz="24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Semi Condensed"/>
              <a:buNone/>
              <a:defRPr sz="24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arlow Semi Condensed"/>
              <a:buNone/>
              <a:defRPr sz="2400" b="1" i="0" u="none" strike="noStrike" cap="none">
                <a:solidFill>
                  <a:schemeClr val="dk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marL="0" indent="0"/>
            <a:r>
              <a:rPr lang="en-US" b="0" dirty="0"/>
              <a:t>Model Comparison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34"/>
          <p:cNvSpPr txBox="1">
            <a:spLocks noGrp="1"/>
          </p:cNvSpPr>
          <p:nvPr>
            <p:ph type="subTitle" idx="1"/>
          </p:nvPr>
        </p:nvSpPr>
        <p:spPr>
          <a:xfrm>
            <a:off x="546006" y="1729338"/>
            <a:ext cx="6236498" cy="29342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/>
            <a:r>
              <a:rPr lang="en-US" sz="1300" dirty="0"/>
              <a:t>Objective: To forecast future monthly coffee sales and identify underlying trends. Small family-owned café vs. large franchises ( </a:t>
            </a:r>
            <a:r>
              <a:rPr lang="it-IT" sz="1300" dirty="0"/>
              <a:t>A "David vs. Goliath" Scenario).</a:t>
            </a:r>
            <a:endParaRPr lang="en-US" sz="13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3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/>
              <a:t>Business Importance: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3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Inventory Management: Prevent overstocking or under-stocking.</a:t>
            </a:r>
            <a:br>
              <a:rPr lang="en-US" sz="1300" dirty="0"/>
            </a:br>
            <a:endParaRPr lang="en-US" sz="13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Financial Planning: Accurately predict revenue and manage cash flow.</a:t>
            </a:r>
            <a:br>
              <a:rPr lang="en-US" sz="1300" dirty="0"/>
            </a:br>
            <a:endParaRPr lang="en-US" sz="13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Strategic Decision-Making: Inform marketing budgets, staffing, and growth strategies.</a:t>
            </a:r>
            <a:br>
              <a:rPr lang="en-US" sz="1300" dirty="0"/>
            </a:br>
            <a:endParaRPr lang="en-US" sz="13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300" dirty="0"/>
              <a:t>Performance Evaluation: Compare actual sales against forecasts to identify market shifts.</a:t>
            </a:r>
            <a:endParaRPr sz="1300" dirty="0"/>
          </a:p>
        </p:txBody>
      </p:sp>
      <p:grpSp>
        <p:nvGrpSpPr>
          <p:cNvPr id="1486" name="Google Shape;1486;p34"/>
          <p:cNvGrpSpPr/>
          <p:nvPr/>
        </p:nvGrpSpPr>
        <p:grpSpPr>
          <a:xfrm>
            <a:off x="7092461" y="3083168"/>
            <a:ext cx="2124681" cy="1315271"/>
            <a:chOff x="4939903" y="1223591"/>
            <a:chExt cx="3875139" cy="2375983"/>
          </a:xfrm>
        </p:grpSpPr>
        <p:sp>
          <p:nvSpPr>
            <p:cNvPr id="1487" name="Google Shape;1487;p34"/>
            <p:cNvSpPr/>
            <p:nvPr/>
          </p:nvSpPr>
          <p:spPr>
            <a:xfrm>
              <a:off x="6524836" y="3540227"/>
              <a:ext cx="141991" cy="59347"/>
            </a:xfrm>
            <a:custGeom>
              <a:avLst/>
              <a:gdLst/>
              <a:ahLst/>
              <a:cxnLst/>
              <a:rect l="l" t="t" r="r" b="b"/>
              <a:pathLst>
                <a:path w="1993" h="833" extrusionOk="0">
                  <a:moveTo>
                    <a:pt x="1425" y="1"/>
                  </a:moveTo>
                  <a:cubicBezTo>
                    <a:pt x="1154" y="1"/>
                    <a:pt x="882" y="144"/>
                    <a:pt x="761" y="144"/>
                  </a:cubicBezTo>
                  <a:cubicBezTo>
                    <a:pt x="732" y="144"/>
                    <a:pt x="711" y="135"/>
                    <a:pt x="702" y="113"/>
                  </a:cubicBezTo>
                  <a:cubicBezTo>
                    <a:pt x="690" y="88"/>
                    <a:pt x="662" y="78"/>
                    <a:pt x="624" y="78"/>
                  </a:cubicBezTo>
                  <a:cubicBezTo>
                    <a:pt x="436" y="78"/>
                    <a:pt x="0" y="339"/>
                    <a:pt x="0" y="339"/>
                  </a:cubicBezTo>
                  <a:cubicBezTo>
                    <a:pt x="0" y="339"/>
                    <a:pt x="276" y="665"/>
                    <a:pt x="527" y="815"/>
                  </a:cubicBezTo>
                  <a:cubicBezTo>
                    <a:pt x="549" y="827"/>
                    <a:pt x="578" y="833"/>
                    <a:pt x="611" y="833"/>
                  </a:cubicBezTo>
                  <a:cubicBezTo>
                    <a:pt x="990" y="833"/>
                    <a:pt x="1992" y="105"/>
                    <a:pt x="1554" y="13"/>
                  </a:cubicBezTo>
                  <a:cubicBezTo>
                    <a:pt x="1512" y="5"/>
                    <a:pt x="1468" y="1"/>
                    <a:pt x="1425" y="1"/>
                  </a:cubicBezTo>
                  <a:close/>
                </a:path>
              </a:pathLst>
            </a:custGeom>
            <a:solidFill>
              <a:srgbClr val="F4C5B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88" name="Google Shape;1488;p34"/>
            <p:cNvGrpSpPr/>
            <p:nvPr/>
          </p:nvGrpSpPr>
          <p:grpSpPr>
            <a:xfrm>
              <a:off x="4939903" y="1223591"/>
              <a:ext cx="3875139" cy="2353997"/>
              <a:chOff x="2772963" y="2596675"/>
              <a:chExt cx="3598086" cy="2185698"/>
            </a:xfrm>
          </p:grpSpPr>
          <p:sp>
            <p:nvSpPr>
              <p:cNvPr id="1489" name="Google Shape;1489;p34"/>
              <p:cNvSpPr/>
              <p:nvPr/>
            </p:nvSpPr>
            <p:spPr>
              <a:xfrm>
                <a:off x="2772963" y="3173417"/>
                <a:ext cx="3598086" cy="1157161"/>
              </a:xfrm>
              <a:custGeom>
                <a:avLst/>
                <a:gdLst/>
                <a:ahLst/>
                <a:cxnLst/>
                <a:rect l="l" t="t" r="r" b="b"/>
                <a:pathLst>
                  <a:path w="50503" h="16242" extrusionOk="0">
                    <a:moveTo>
                      <a:pt x="40151" y="1"/>
                    </a:moveTo>
                    <a:lnTo>
                      <a:pt x="11179" y="7695"/>
                    </a:lnTo>
                    <a:lnTo>
                      <a:pt x="11104" y="7720"/>
                    </a:lnTo>
                    <a:lnTo>
                      <a:pt x="8246" y="12081"/>
                    </a:lnTo>
                    <a:lnTo>
                      <a:pt x="4462" y="10627"/>
                    </a:lnTo>
                    <a:lnTo>
                      <a:pt x="2106" y="15815"/>
                    </a:lnTo>
                    <a:lnTo>
                      <a:pt x="1" y="15815"/>
                    </a:lnTo>
                    <a:lnTo>
                      <a:pt x="1" y="16241"/>
                    </a:lnTo>
                    <a:lnTo>
                      <a:pt x="2382" y="16241"/>
                    </a:lnTo>
                    <a:lnTo>
                      <a:pt x="4662" y="11154"/>
                    </a:lnTo>
                    <a:lnTo>
                      <a:pt x="8397" y="12582"/>
                    </a:lnTo>
                    <a:lnTo>
                      <a:pt x="11354" y="8071"/>
                    </a:lnTo>
                    <a:lnTo>
                      <a:pt x="40051" y="452"/>
                    </a:lnTo>
                    <a:lnTo>
                      <a:pt x="43986" y="3810"/>
                    </a:lnTo>
                    <a:lnTo>
                      <a:pt x="47720" y="427"/>
                    </a:lnTo>
                    <a:lnTo>
                      <a:pt x="50502" y="427"/>
                    </a:lnTo>
                    <a:lnTo>
                      <a:pt x="50502" y="26"/>
                    </a:lnTo>
                    <a:lnTo>
                      <a:pt x="47570" y="26"/>
                    </a:lnTo>
                    <a:lnTo>
                      <a:pt x="43961" y="3259"/>
                    </a:lnTo>
                    <a:lnTo>
                      <a:pt x="4015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4"/>
              <p:cNvSpPr/>
              <p:nvPr/>
            </p:nvSpPr>
            <p:spPr>
              <a:xfrm>
                <a:off x="3314012" y="2739525"/>
                <a:ext cx="2226762" cy="1473204"/>
              </a:xfrm>
              <a:custGeom>
                <a:avLst/>
                <a:gdLst/>
                <a:ahLst/>
                <a:cxnLst/>
                <a:rect l="l" t="t" r="r" b="b"/>
                <a:pathLst>
                  <a:path w="31255" h="20678" extrusionOk="0">
                    <a:moveTo>
                      <a:pt x="1354" y="0"/>
                    </a:moveTo>
                    <a:cubicBezTo>
                      <a:pt x="627" y="0"/>
                      <a:pt x="1" y="627"/>
                      <a:pt x="1" y="1379"/>
                    </a:cubicBezTo>
                    <a:lnTo>
                      <a:pt x="1" y="19324"/>
                    </a:lnTo>
                    <a:cubicBezTo>
                      <a:pt x="1" y="20051"/>
                      <a:pt x="627" y="20677"/>
                      <a:pt x="1354" y="20677"/>
                    </a:cubicBezTo>
                    <a:lnTo>
                      <a:pt x="29901" y="20677"/>
                    </a:lnTo>
                    <a:cubicBezTo>
                      <a:pt x="30627" y="20677"/>
                      <a:pt x="31254" y="20051"/>
                      <a:pt x="31254" y="19324"/>
                    </a:cubicBezTo>
                    <a:lnTo>
                      <a:pt x="31254" y="1379"/>
                    </a:lnTo>
                    <a:cubicBezTo>
                      <a:pt x="31254" y="627"/>
                      <a:pt x="30627" y="0"/>
                      <a:pt x="29901" y="0"/>
                    </a:cubicBezTo>
                    <a:close/>
                  </a:path>
                </a:pathLst>
              </a:custGeom>
              <a:solidFill>
                <a:srgbClr val="FDEDC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34"/>
              <p:cNvSpPr/>
              <p:nvPr/>
            </p:nvSpPr>
            <p:spPr>
              <a:xfrm>
                <a:off x="4110411" y="3980571"/>
                <a:ext cx="637572" cy="551793"/>
              </a:xfrm>
              <a:custGeom>
                <a:avLst/>
                <a:gdLst/>
                <a:ahLst/>
                <a:cxnLst/>
                <a:rect l="l" t="t" r="r" b="b"/>
                <a:pathLst>
                  <a:path w="8949" h="7745" extrusionOk="0">
                    <a:moveTo>
                      <a:pt x="552" y="0"/>
                    </a:moveTo>
                    <a:lnTo>
                      <a:pt x="1" y="7744"/>
                    </a:lnTo>
                    <a:lnTo>
                      <a:pt x="8948" y="7744"/>
                    </a:lnTo>
                    <a:lnTo>
                      <a:pt x="814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34"/>
              <p:cNvSpPr/>
              <p:nvPr/>
            </p:nvSpPr>
            <p:spPr>
              <a:xfrm>
                <a:off x="3314012" y="2739525"/>
                <a:ext cx="2226762" cy="1473204"/>
              </a:xfrm>
              <a:custGeom>
                <a:avLst/>
                <a:gdLst/>
                <a:ahLst/>
                <a:cxnLst/>
                <a:rect l="l" t="t" r="r" b="b"/>
                <a:pathLst>
                  <a:path w="31255" h="20678" extrusionOk="0">
                    <a:moveTo>
                      <a:pt x="1354" y="0"/>
                    </a:moveTo>
                    <a:cubicBezTo>
                      <a:pt x="627" y="0"/>
                      <a:pt x="1" y="627"/>
                      <a:pt x="1" y="1379"/>
                    </a:cubicBezTo>
                    <a:lnTo>
                      <a:pt x="1" y="19324"/>
                    </a:lnTo>
                    <a:cubicBezTo>
                      <a:pt x="1" y="20051"/>
                      <a:pt x="627" y="20677"/>
                      <a:pt x="1354" y="20677"/>
                    </a:cubicBezTo>
                    <a:lnTo>
                      <a:pt x="29901" y="20677"/>
                    </a:lnTo>
                    <a:cubicBezTo>
                      <a:pt x="30627" y="20677"/>
                      <a:pt x="31254" y="20051"/>
                      <a:pt x="31254" y="19324"/>
                    </a:cubicBezTo>
                    <a:lnTo>
                      <a:pt x="31254" y="1379"/>
                    </a:lnTo>
                    <a:cubicBezTo>
                      <a:pt x="31254" y="627"/>
                      <a:pt x="30627" y="0"/>
                      <a:pt x="299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4"/>
              <p:cNvSpPr/>
              <p:nvPr/>
            </p:nvSpPr>
            <p:spPr>
              <a:xfrm>
                <a:off x="3401503" y="2837703"/>
                <a:ext cx="2035683" cy="1044665"/>
              </a:xfrm>
              <a:custGeom>
                <a:avLst/>
                <a:gdLst/>
                <a:ahLst/>
                <a:cxnLst/>
                <a:rect l="l" t="t" r="r" b="b"/>
                <a:pathLst>
                  <a:path w="28573" h="14663" extrusionOk="0">
                    <a:moveTo>
                      <a:pt x="1" y="1"/>
                    </a:moveTo>
                    <a:lnTo>
                      <a:pt x="1" y="14663"/>
                    </a:lnTo>
                    <a:lnTo>
                      <a:pt x="28572" y="14663"/>
                    </a:lnTo>
                    <a:lnTo>
                      <a:pt x="2857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4"/>
              <p:cNvSpPr/>
              <p:nvPr/>
            </p:nvSpPr>
            <p:spPr>
              <a:xfrm>
                <a:off x="3314012" y="3969813"/>
                <a:ext cx="2226762" cy="242945"/>
              </a:xfrm>
              <a:custGeom>
                <a:avLst/>
                <a:gdLst/>
                <a:ahLst/>
                <a:cxnLst/>
                <a:rect l="l" t="t" r="r" b="b"/>
                <a:pathLst>
                  <a:path w="31255" h="3410" extrusionOk="0">
                    <a:moveTo>
                      <a:pt x="1" y="1"/>
                    </a:moveTo>
                    <a:lnTo>
                      <a:pt x="1" y="2056"/>
                    </a:lnTo>
                    <a:cubicBezTo>
                      <a:pt x="1" y="2783"/>
                      <a:pt x="627" y="3409"/>
                      <a:pt x="1354" y="3409"/>
                    </a:cubicBezTo>
                    <a:lnTo>
                      <a:pt x="29901" y="3409"/>
                    </a:lnTo>
                    <a:cubicBezTo>
                      <a:pt x="30627" y="3409"/>
                      <a:pt x="31254" y="2783"/>
                      <a:pt x="31254" y="2056"/>
                    </a:cubicBezTo>
                    <a:lnTo>
                      <a:pt x="3125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4"/>
              <p:cNvSpPr/>
              <p:nvPr/>
            </p:nvSpPr>
            <p:spPr>
              <a:xfrm>
                <a:off x="3799703" y="4444815"/>
                <a:ext cx="1228549" cy="87560"/>
              </a:xfrm>
              <a:custGeom>
                <a:avLst/>
                <a:gdLst/>
                <a:ahLst/>
                <a:cxnLst/>
                <a:rect l="l" t="t" r="r" b="b"/>
                <a:pathLst>
                  <a:path w="17244" h="1229" extrusionOk="0">
                    <a:moveTo>
                      <a:pt x="1" y="0"/>
                    </a:moveTo>
                    <a:lnTo>
                      <a:pt x="1" y="1228"/>
                    </a:lnTo>
                    <a:lnTo>
                      <a:pt x="17244" y="1228"/>
                    </a:lnTo>
                    <a:lnTo>
                      <a:pt x="172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496;p34"/>
              <p:cNvSpPr/>
              <p:nvPr/>
            </p:nvSpPr>
            <p:spPr>
              <a:xfrm>
                <a:off x="5755005" y="2859148"/>
                <a:ext cx="128668" cy="128668"/>
              </a:xfrm>
              <a:custGeom>
                <a:avLst/>
                <a:gdLst/>
                <a:ahLst/>
                <a:cxnLst/>
                <a:rect l="l" t="t" r="r" b="b"/>
                <a:pathLst>
                  <a:path w="1806" h="1806" extrusionOk="0">
                    <a:moveTo>
                      <a:pt x="276" y="1"/>
                    </a:moveTo>
                    <a:lnTo>
                      <a:pt x="1" y="301"/>
                    </a:lnTo>
                    <a:lnTo>
                      <a:pt x="1529" y="1805"/>
                    </a:lnTo>
                    <a:lnTo>
                      <a:pt x="1805" y="1504"/>
                    </a:lnTo>
                    <a:lnTo>
                      <a:pt x="276" y="1"/>
                    </a:lnTo>
                    <a:close/>
                  </a:path>
                </a:pathLst>
              </a:custGeom>
              <a:solidFill>
                <a:srgbClr val="CB6EB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497;p34"/>
              <p:cNvSpPr/>
              <p:nvPr/>
            </p:nvSpPr>
            <p:spPr>
              <a:xfrm>
                <a:off x="5755005" y="2860929"/>
                <a:ext cx="126887" cy="126887"/>
              </a:xfrm>
              <a:custGeom>
                <a:avLst/>
                <a:gdLst/>
                <a:ahLst/>
                <a:cxnLst/>
                <a:rect l="l" t="t" r="r" b="b"/>
                <a:pathLst>
                  <a:path w="1781" h="1781" extrusionOk="0">
                    <a:moveTo>
                      <a:pt x="1504" y="1"/>
                    </a:moveTo>
                    <a:lnTo>
                      <a:pt x="1" y="1479"/>
                    </a:lnTo>
                    <a:lnTo>
                      <a:pt x="301" y="1780"/>
                    </a:lnTo>
                    <a:lnTo>
                      <a:pt x="1780" y="276"/>
                    </a:lnTo>
                    <a:lnTo>
                      <a:pt x="1504" y="1"/>
                    </a:lnTo>
                    <a:close/>
                  </a:path>
                </a:pathLst>
              </a:custGeom>
              <a:solidFill>
                <a:srgbClr val="CB6EB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4"/>
              <p:cNvSpPr/>
              <p:nvPr/>
            </p:nvSpPr>
            <p:spPr>
              <a:xfrm>
                <a:off x="5805021" y="3891228"/>
                <a:ext cx="26859" cy="3939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553" extrusionOk="0">
                    <a:moveTo>
                      <a:pt x="0" y="1"/>
                    </a:moveTo>
                    <a:lnTo>
                      <a:pt x="0" y="552"/>
                    </a:lnTo>
                    <a:lnTo>
                      <a:pt x="376" y="552"/>
                    </a:lnTo>
                    <a:lnTo>
                      <a:pt x="3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4"/>
              <p:cNvSpPr/>
              <p:nvPr/>
            </p:nvSpPr>
            <p:spPr>
              <a:xfrm>
                <a:off x="5805021" y="3948368"/>
                <a:ext cx="26859" cy="3939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553" extrusionOk="0">
                    <a:moveTo>
                      <a:pt x="0" y="1"/>
                    </a:moveTo>
                    <a:lnTo>
                      <a:pt x="0" y="552"/>
                    </a:lnTo>
                    <a:lnTo>
                      <a:pt x="376" y="552"/>
                    </a:lnTo>
                    <a:lnTo>
                      <a:pt x="3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4"/>
              <p:cNvSpPr/>
              <p:nvPr/>
            </p:nvSpPr>
            <p:spPr>
              <a:xfrm>
                <a:off x="5805021" y="4005508"/>
                <a:ext cx="26859" cy="39398"/>
              </a:xfrm>
              <a:custGeom>
                <a:avLst/>
                <a:gdLst/>
                <a:ahLst/>
                <a:cxnLst/>
                <a:rect l="l" t="t" r="r" b="b"/>
                <a:pathLst>
                  <a:path w="377" h="553" extrusionOk="0">
                    <a:moveTo>
                      <a:pt x="0" y="1"/>
                    </a:moveTo>
                    <a:lnTo>
                      <a:pt x="0" y="552"/>
                    </a:lnTo>
                    <a:lnTo>
                      <a:pt x="376" y="552"/>
                    </a:lnTo>
                    <a:lnTo>
                      <a:pt x="3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501;p34"/>
              <p:cNvSpPr/>
              <p:nvPr/>
            </p:nvSpPr>
            <p:spPr>
              <a:xfrm>
                <a:off x="5805021" y="4062648"/>
                <a:ext cx="26859" cy="37617"/>
              </a:xfrm>
              <a:custGeom>
                <a:avLst/>
                <a:gdLst/>
                <a:ahLst/>
                <a:cxnLst/>
                <a:rect l="l" t="t" r="r" b="b"/>
                <a:pathLst>
                  <a:path w="377" h="528" extrusionOk="0">
                    <a:moveTo>
                      <a:pt x="0" y="1"/>
                    </a:moveTo>
                    <a:lnTo>
                      <a:pt x="0" y="527"/>
                    </a:lnTo>
                    <a:lnTo>
                      <a:pt x="376" y="527"/>
                    </a:lnTo>
                    <a:lnTo>
                      <a:pt x="3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502;p34"/>
              <p:cNvSpPr/>
              <p:nvPr/>
            </p:nvSpPr>
            <p:spPr>
              <a:xfrm>
                <a:off x="5805021" y="4119788"/>
                <a:ext cx="26859" cy="37617"/>
              </a:xfrm>
              <a:custGeom>
                <a:avLst/>
                <a:gdLst/>
                <a:ahLst/>
                <a:cxnLst/>
                <a:rect l="l" t="t" r="r" b="b"/>
                <a:pathLst>
                  <a:path w="377" h="528" extrusionOk="0">
                    <a:moveTo>
                      <a:pt x="0" y="1"/>
                    </a:moveTo>
                    <a:lnTo>
                      <a:pt x="0" y="527"/>
                    </a:lnTo>
                    <a:lnTo>
                      <a:pt x="376" y="527"/>
                    </a:lnTo>
                    <a:lnTo>
                      <a:pt x="3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4"/>
              <p:cNvSpPr/>
              <p:nvPr/>
            </p:nvSpPr>
            <p:spPr>
              <a:xfrm>
                <a:off x="5805021" y="4176927"/>
                <a:ext cx="26859" cy="37617"/>
              </a:xfrm>
              <a:custGeom>
                <a:avLst/>
                <a:gdLst/>
                <a:ahLst/>
                <a:cxnLst/>
                <a:rect l="l" t="t" r="r" b="b"/>
                <a:pathLst>
                  <a:path w="377" h="528" extrusionOk="0">
                    <a:moveTo>
                      <a:pt x="0" y="1"/>
                    </a:moveTo>
                    <a:lnTo>
                      <a:pt x="0" y="527"/>
                    </a:lnTo>
                    <a:lnTo>
                      <a:pt x="376" y="527"/>
                    </a:lnTo>
                    <a:lnTo>
                      <a:pt x="3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4"/>
              <p:cNvSpPr/>
              <p:nvPr/>
            </p:nvSpPr>
            <p:spPr>
              <a:xfrm>
                <a:off x="5805021" y="4234067"/>
                <a:ext cx="26859" cy="37617"/>
              </a:xfrm>
              <a:custGeom>
                <a:avLst/>
                <a:gdLst/>
                <a:ahLst/>
                <a:cxnLst/>
                <a:rect l="l" t="t" r="r" b="b"/>
                <a:pathLst>
                  <a:path w="377" h="528" extrusionOk="0">
                    <a:moveTo>
                      <a:pt x="0" y="1"/>
                    </a:moveTo>
                    <a:lnTo>
                      <a:pt x="0" y="527"/>
                    </a:lnTo>
                    <a:lnTo>
                      <a:pt x="376" y="527"/>
                    </a:lnTo>
                    <a:lnTo>
                      <a:pt x="3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4"/>
              <p:cNvSpPr/>
              <p:nvPr/>
            </p:nvSpPr>
            <p:spPr>
              <a:xfrm>
                <a:off x="5010403" y="4035859"/>
                <a:ext cx="650039" cy="105443"/>
              </a:xfrm>
              <a:custGeom>
                <a:avLst/>
                <a:gdLst/>
                <a:ahLst/>
                <a:cxnLst/>
                <a:rect l="l" t="t" r="r" b="b"/>
                <a:pathLst>
                  <a:path w="9124" h="1480" extrusionOk="0">
                    <a:moveTo>
                      <a:pt x="201" y="1"/>
                    </a:moveTo>
                    <a:lnTo>
                      <a:pt x="0" y="176"/>
                    </a:lnTo>
                    <a:lnTo>
                      <a:pt x="752" y="1029"/>
                    </a:lnTo>
                    <a:cubicBezTo>
                      <a:pt x="930" y="1220"/>
                      <a:pt x="1175" y="1322"/>
                      <a:pt x="1422" y="1322"/>
                    </a:cubicBezTo>
                    <a:cubicBezTo>
                      <a:pt x="1628" y="1322"/>
                      <a:pt x="1835" y="1252"/>
                      <a:pt x="2005" y="1104"/>
                    </a:cubicBezTo>
                    <a:lnTo>
                      <a:pt x="2682" y="527"/>
                    </a:lnTo>
                    <a:cubicBezTo>
                      <a:pt x="2787" y="423"/>
                      <a:pt x="2908" y="371"/>
                      <a:pt x="3033" y="371"/>
                    </a:cubicBezTo>
                    <a:cubicBezTo>
                      <a:pt x="3058" y="371"/>
                      <a:pt x="3083" y="373"/>
                      <a:pt x="3108" y="377"/>
                    </a:cubicBezTo>
                    <a:cubicBezTo>
                      <a:pt x="3284" y="377"/>
                      <a:pt x="3434" y="452"/>
                      <a:pt x="3534" y="577"/>
                    </a:cubicBezTo>
                    <a:lnTo>
                      <a:pt x="4035" y="1129"/>
                    </a:lnTo>
                    <a:cubicBezTo>
                      <a:pt x="4186" y="1329"/>
                      <a:pt x="4411" y="1430"/>
                      <a:pt x="4637" y="1430"/>
                    </a:cubicBezTo>
                    <a:cubicBezTo>
                      <a:pt x="4668" y="1433"/>
                      <a:pt x="4699" y="1434"/>
                      <a:pt x="4730" y="1434"/>
                    </a:cubicBezTo>
                    <a:cubicBezTo>
                      <a:pt x="4943" y="1434"/>
                      <a:pt x="5135" y="1357"/>
                      <a:pt x="5289" y="1204"/>
                    </a:cubicBezTo>
                    <a:lnTo>
                      <a:pt x="5890" y="678"/>
                    </a:lnTo>
                    <a:cubicBezTo>
                      <a:pt x="5995" y="573"/>
                      <a:pt x="6116" y="521"/>
                      <a:pt x="6256" y="521"/>
                    </a:cubicBezTo>
                    <a:cubicBezTo>
                      <a:pt x="6283" y="521"/>
                      <a:pt x="6312" y="523"/>
                      <a:pt x="6341" y="527"/>
                    </a:cubicBezTo>
                    <a:cubicBezTo>
                      <a:pt x="6517" y="552"/>
                      <a:pt x="6667" y="628"/>
                      <a:pt x="6767" y="753"/>
                    </a:cubicBezTo>
                    <a:lnTo>
                      <a:pt x="7068" y="1129"/>
                    </a:lnTo>
                    <a:cubicBezTo>
                      <a:pt x="7244" y="1354"/>
                      <a:pt x="7469" y="1455"/>
                      <a:pt x="7720" y="1480"/>
                    </a:cubicBezTo>
                    <a:cubicBezTo>
                      <a:pt x="7995" y="1480"/>
                      <a:pt x="8221" y="1379"/>
                      <a:pt x="8396" y="1204"/>
                    </a:cubicBezTo>
                    <a:lnTo>
                      <a:pt x="9123" y="427"/>
                    </a:lnTo>
                    <a:lnTo>
                      <a:pt x="8948" y="252"/>
                    </a:lnTo>
                    <a:lnTo>
                      <a:pt x="8221" y="1029"/>
                    </a:lnTo>
                    <a:cubicBezTo>
                      <a:pt x="8112" y="1138"/>
                      <a:pt x="7965" y="1209"/>
                      <a:pt x="7813" y="1209"/>
                    </a:cubicBezTo>
                    <a:cubicBezTo>
                      <a:pt x="7790" y="1209"/>
                      <a:pt x="7767" y="1207"/>
                      <a:pt x="7745" y="1204"/>
                    </a:cubicBezTo>
                    <a:cubicBezTo>
                      <a:pt x="7569" y="1204"/>
                      <a:pt x="7394" y="1129"/>
                      <a:pt x="7294" y="978"/>
                    </a:cubicBezTo>
                    <a:lnTo>
                      <a:pt x="6968" y="602"/>
                    </a:lnTo>
                    <a:cubicBezTo>
                      <a:pt x="6843" y="402"/>
                      <a:pt x="6617" y="277"/>
                      <a:pt x="6366" y="252"/>
                    </a:cubicBezTo>
                    <a:cubicBezTo>
                      <a:pt x="6340" y="249"/>
                      <a:pt x="6315" y="248"/>
                      <a:pt x="6290" y="248"/>
                    </a:cubicBezTo>
                    <a:cubicBezTo>
                      <a:pt x="6069" y="248"/>
                      <a:pt x="5869" y="342"/>
                      <a:pt x="5690" y="477"/>
                    </a:cubicBezTo>
                    <a:lnTo>
                      <a:pt x="5113" y="1029"/>
                    </a:lnTo>
                    <a:cubicBezTo>
                      <a:pt x="4988" y="1129"/>
                      <a:pt x="4812" y="1179"/>
                      <a:pt x="4662" y="1179"/>
                    </a:cubicBezTo>
                    <a:cubicBezTo>
                      <a:pt x="4487" y="1154"/>
                      <a:pt x="4336" y="1079"/>
                      <a:pt x="4236" y="953"/>
                    </a:cubicBezTo>
                    <a:lnTo>
                      <a:pt x="3735" y="402"/>
                    </a:lnTo>
                    <a:cubicBezTo>
                      <a:pt x="3584" y="227"/>
                      <a:pt x="3384" y="126"/>
                      <a:pt x="3133" y="101"/>
                    </a:cubicBezTo>
                    <a:cubicBezTo>
                      <a:pt x="3105" y="98"/>
                      <a:pt x="3077" y="97"/>
                      <a:pt x="3049" y="97"/>
                    </a:cubicBezTo>
                    <a:cubicBezTo>
                      <a:pt x="2852" y="97"/>
                      <a:pt x="2660" y="173"/>
                      <a:pt x="2507" y="327"/>
                    </a:cubicBezTo>
                    <a:lnTo>
                      <a:pt x="1830" y="903"/>
                    </a:lnTo>
                    <a:cubicBezTo>
                      <a:pt x="1703" y="1007"/>
                      <a:pt x="1555" y="1058"/>
                      <a:pt x="1410" y="1058"/>
                    </a:cubicBezTo>
                    <a:cubicBezTo>
                      <a:pt x="1240" y="1058"/>
                      <a:pt x="1074" y="988"/>
                      <a:pt x="953" y="853"/>
                    </a:cubicBezTo>
                    <a:lnTo>
                      <a:pt x="201" y="1"/>
                    </a:lnTo>
                    <a:close/>
                  </a:path>
                </a:pathLst>
              </a:custGeom>
              <a:solidFill>
                <a:srgbClr val="F9AB1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4"/>
              <p:cNvSpPr/>
              <p:nvPr/>
            </p:nvSpPr>
            <p:spPr>
              <a:xfrm>
                <a:off x="3837250" y="2596675"/>
                <a:ext cx="1823160" cy="1139279"/>
              </a:xfrm>
              <a:custGeom>
                <a:avLst/>
                <a:gdLst/>
                <a:ahLst/>
                <a:cxnLst/>
                <a:rect l="l" t="t" r="r" b="b"/>
                <a:pathLst>
                  <a:path w="25590" h="15991" extrusionOk="0">
                    <a:moveTo>
                      <a:pt x="1053" y="0"/>
                    </a:moveTo>
                    <a:cubicBezTo>
                      <a:pt x="476" y="0"/>
                      <a:pt x="0" y="451"/>
                      <a:pt x="0" y="1028"/>
                    </a:cubicBezTo>
                    <a:lnTo>
                      <a:pt x="0" y="14963"/>
                    </a:lnTo>
                    <a:cubicBezTo>
                      <a:pt x="0" y="15539"/>
                      <a:pt x="476" y="15990"/>
                      <a:pt x="1053" y="15990"/>
                    </a:cubicBezTo>
                    <a:lnTo>
                      <a:pt x="24512" y="15990"/>
                    </a:lnTo>
                    <a:cubicBezTo>
                      <a:pt x="25113" y="15990"/>
                      <a:pt x="25589" y="15539"/>
                      <a:pt x="25589" y="14963"/>
                    </a:cubicBezTo>
                    <a:lnTo>
                      <a:pt x="25589" y="1028"/>
                    </a:lnTo>
                    <a:cubicBezTo>
                      <a:pt x="25589" y="451"/>
                      <a:pt x="25113" y="0"/>
                      <a:pt x="2451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4"/>
              <p:cNvSpPr/>
              <p:nvPr/>
            </p:nvSpPr>
            <p:spPr>
              <a:xfrm>
                <a:off x="3837250" y="2596675"/>
                <a:ext cx="1823160" cy="207180"/>
              </a:xfrm>
              <a:custGeom>
                <a:avLst/>
                <a:gdLst/>
                <a:ahLst/>
                <a:cxnLst/>
                <a:rect l="l" t="t" r="r" b="b"/>
                <a:pathLst>
                  <a:path w="25590" h="2908" extrusionOk="0">
                    <a:moveTo>
                      <a:pt x="1053" y="0"/>
                    </a:moveTo>
                    <a:cubicBezTo>
                      <a:pt x="476" y="0"/>
                      <a:pt x="0" y="451"/>
                      <a:pt x="0" y="1028"/>
                    </a:cubicBezTo>
                    <a:lnTo>
                      <a:pt x="0" y="2908"/>
                    </a:lnTo>
                    <a:lnTo>
                      <a:pt x="25589" y="2908"/>
                    </a:lnTo>
                    <a:lnTo>
                      <a:pt x="25589" y="1028"/>
                    </a:lnTo>
                    <a:cubicBezTo>
                      <a:pt x="25589" y="451"/>
                      <a:pt x="25113" y="0"/>
                      <a:pt x="245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508;p34"/>
              <p:cNvSpPr/>
              <p:nvPr/>
            </p:nvSpPr>
            <p:spPr>
              <a:xfrm>
                <a:off x="3946115" y="2664502"/>
                <a:ext cx="75092" cy="73311"/>
              </a:xfrm>
              <a:custGeom>
                <a:avLst/>
                <a:gdLst/>
                <a:ahLst/>
                <a:cxnLst/>
                <a:rect l="l" t="t" r="r" b="b"/>
                <a:pathLst>
                  <a:path w="1054" h="1029" extrusionOk="0">
                    <a:moveTo>
                      <a:pt x="527" y="1"/>
                    </a:moveTo>
                    <a:cubicBezTo>
                      <a:pt x="227" y="1"/>
                      <a:pt x="1" y="226"/>
                      <a:pt x="1" y="502"/>
                    </a:cubicBezTo>
                    <a:cubicBezTo>
                      <a:pt x="1" y="803"/>
                      <a:pt x="227" y="1028"/>
                      <a:pt x="527" y="1028"/>
                    </a:cubicBezTo>
                    <a:cubicBezTo>
                      <a:pt x="803" y="1028"/>
                      <a:pt x="1054" y="803"/>
                      <a:pt x="1054" y="502"/>
                    </a:cubicBezTo>
                    <a:cubicBezTo>
                      <a:pt x="1054" y="226"/>
                      <a:pt x="803" y="1"/>
                      <a:pt x="5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509;p34"/>
              <p:cNvSpPr/>
              <p:nvPr/>
            </p:nvSpPr>
            <p:spPr>
              <a:xfrm>
                <a:off x="4040803" y="2664502"/>
                <a:ext cx="75021" cy="73311"/>
              </a:xfrm>
              <a:custGeom>
                <a:avLst/>
                <a:gdLst/>
                <a:ahLst/>
                <a:cxnLst/>
                <a:rect l="l" t="t" r="r" b="b"/>
                <a:pathLst>
                  <a:path w="1053" h="1029" extrusionOk="0">
                    <a:moveTo>
                      <a:pt x="527" y="1"/>
                    </a:moveTo>
                    <a:cubicBezTo>
                      <a:pt x="251" y="1"/>
                      <a:pt x="0" y="226"/>
                      <a:pt x="0" y="502"/>
                    </a:cubicBezTo>
                    <a:cubicBezTo>
                      <a:pt x="0" y="803"/>
                      <a:pt x="251" y="1028"/>
                      <a:pt x="527" y="1028"/>
                    </a:cubicBezTo>
                    <a:cubicBezTo>
                      <a:pt x="827" y="1028"/>
                      <a:pt x="1053" y="803"/>
                      <a:pt x="1053" y="502"/>
                    </a:cubicBezTo>
                    <a:cubicBezTo>
                      <a:pt x="1053" y="226"/>
                      <a:pt x="827" y="1"/>
                      <a:pt x="5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4"/>
              <p:cNvSpPr/>
              <p:nvPr/>
            </p:nvSpPr>
            <p:spPr>
              <a:xfrm>
                <a:off x="4133637" y="2664502"/>
                <a:ext cx="75092" cy="73311"/>
              </a:xfrm>
              <a:custGeom>
                <a:avLst/>
                <a:gdLst/>
                <a:ahLst/>
                <a:cxnLst/>
                <a:rect l="l" t="t" r="r" b="b"/>
                <a:pathLst>
                  <a:path w="1054" h="1029" extrusionOk="0">
                    <a:moveTo>
                      <a:pt x="527" y="1"/>
                    </a:moveTo>
                    <a:cubicBezTo>
                      <a:pt x="226" y="1"/>
                      <a:pt x="1" y="226"/>
                      <a:pt x="1" y="502"/>
                    </a:cubicBezTo>
                    <a:cubicBezTo>
                      <a:pt x="1" y="803"/>
                      <a:pt x="226" y="1028"/>
                      <a:pt x="527" y="1028"/>
                    </a:cubicBezTo>
                    <a:cubicBezTo>
                      <a:pt x="803" y="1028"/>
                      <a:pt x="1053" y="803"/>
                      <a:pt x="1053" y="502"/>
                    </a:cubicBezTo>
                    <a:cubicBezTo>
                      <a:pt x="1053" y="226"/>
                      <a:pt x="803" y="1"/>
                      <a:pt x="5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4"/>
              <p:cNvSpPr/>
              <p:nvPr/>
            </p:nvSpPr>
            <p:spPr>
              <a:xfrm>
                <a:off x="4030044" y="3252002"/>
                <a:ext cx="226844" cy="353589"/>
              </a:xfrm>
              <a:custGeom>
                <a:avLst/>
                <a:gdLst/>
                <a:ahLst/>
                <a:cxnLst/>
                <a:rect l="l" t="t" r="r" b="b"/>
                <a:pathLst>
                  <a:path w="3184" h="4963" extrusionOk="0">
                    <a:moveTo>
                      <a:pt x="1" y="0"/>
                    </a:moveTo>
                    <a:lnTo>
                      <a:pt x="1" y="4963"/>
                    </a:lnTo>
                    <a:lnTo>
                      <a:pt x="3184" y="4963"/>
                    </a:lnTo>
                    <a:lnTo>
                      <a:pt x="31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Google Shape;1512;p34"/>
              <p:cNvSpPr/>
              <p:nvPr/>
            </p:nvSpPr>
            <p:spPr>
              <a:xfrm>
                <a:off x="4313964" y="3143066"/>
                <a:ext cx="226844" cy="462523"/>
              </a:xfrm>
              <a:custGeom>
                <a:avLst/>
                <a:gdLst/>
                <a:ahLst/>
                <a:cxnLst/>
                <a:rect l="l" t="t" r="r" b="b"/>
                <a:pathLst>
                  <a:path w="3184" h="6492" extrusionOk="0">
                    <a:moveTo>
                      <a:pt x="1" y="1"/>
                    </a:moveTo>
                    <a:lnTo>
                      <a:pt x="1" y="6492"/>
                    </a:lnTo>
                    <a:lnTo>
                      <a:pt x="3184" y="6492"/>
                    </a:lnTo>
                    <a:lnTo>
                      <a:pt x="318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Google Shape;1513;p34"/>
              <p:cNvSpPr/>
              <p:nvPr/>
            </p:nvSpPr>
            <p:spPr>
              <a:xfrm>
                <a:off x="4590758" y="3034130"/>
                <a:ext cx="226844" cy="571456"/>
              </a:xfrm>
              <a:custGeom>
                <a:avLst/>
                <a:gdLst/>
                <a:ahLst/>
                <a:cxnLst/>
                <a:rect l="l" t="t" r="r" b="b"/>
                <a:pathLst>
                  <a:path w="3184" h="8021" extrusionOk="0">
                    <a:moveTo>
                      <a:pt x="1" y="1"/>
                    </a:moveTo>
                    <a:lnTo>
                      <a:pt x="1" y="8021"/>
                    </a:lnTo>
                    <a:lnTo>
                      <a:pt x="3184" y="8021"/>
                    </a:lnTo>
                    <a:lnTo>
                      <a:pt x="3184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Google Shape;1514;p34"/>
              <p:cNvSpPr/>
              <p:nvPr/>
            </p:nvSpPr>
            <p:spPr>
              <a:xfrm>
                <a:off x="4880021" y="2873469"/>
                <a:ext cx="228625" cy="732114"/>
              </a:xfrm>
              <a:custGeom>
                <a:avLst/>
                <a:gdLst/>
                <a:ahLst/>
                <a:cxnLst/>
                <a:rect l="l" t="t" r="r" b="b"/>
                <a:pathLst>
                  <a:path w="3209" h="10276" extrusionOk="0">
                    <a:moveTo>
                      <a:pt x="1" y="0"/>
                    </a:moveTo>
                    <a:lnTo>
                      <a:pt x="1" y="10276"/>
                    </a:lnTo>
                    <a:lnTo>
                      <a:pt x="3209" y="10276"/>
                    </a:lnTo>
                    <a:lnTo>
                      <a:pt x="32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Google Shape;1515;p34"/>
              <p:cNvSpPr/>
              <p:nvPr/>
            </p:nvSpPr>
            <p:spPr>
              <a:xfrm>
                <a:off x="5165721" y="3135941"/>
                <a:ext cx="226844" cy="469647"/>
              </a:xfrm>
              <a:custGeom>
                <a:avLst/>
                <a:gdLst/>
                <a:ahLst/>
                <a:cxnLst/>
                <a:rect l="l" t="t" r="r" b="b"/>
                <a:pathLst>
                  <a:path w="3184" h="6592" extrusionOk="0">
                    <a:moveTo>
                      <a:pt x="1" y="0"/>
                    </a:moveTo>
                    <a:lnTo>
                      <a:pt x="1" y="6592"/>
                    </a:lnTo>
                    <a:lnTo>
                      <a:pt x="3184" y="6592"/>
                    </a:lnTo>
                    <a:lnTo>
                      <a:pt x="318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Google Shape;1516;p34"/>
              <p:cNvSpPr/>
              <p:nvPr/>
            </p:nvSpPr>
            <p:spPr>
              <a:xfrm>
                <a:off x="5465742" y="2721642"/>
                <a:ext cx="226844" cy="883937"/>
              </a:xfrm>
              <a:custGeom>
                <a:avLst/>
                <a:gdLst/>
                <a:ahLst/>
                <a:cxnLst/>
                <a:rect l="l" t="t" r="r" b="b"/>
                <a:pathLst>
                  <a:path w="3184" h="12407" extrusionOk="0">
                    <a:moveTo>
                      <a:pt x="0" y="1"/>
                    </a:moveTo>
                    <a:lnTo>
                      <a:pt x="0" y="12407"/>
                    </a:lnTo>
                    <a:lnTo>
                      <a:pt x="3183" y="12407"/>
                    </a:lnTo>
                    <a:lnTo>
                      <a:pt x="318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4"/>
              <p:cNvSpPr/>
              <p:nvPr/>
            </p:nvSpPr>
            <p:spPr>
              <a:xfrm>
                <a:off x="3908639" y="2869835"/>
                <a:ext cx="1910648" cy="807206"/>
              </a:xfrm>
              <a:custGeom>
                <a:avLst/>
                <a:gdLst/>
                <a:ahLst/>
                <a:cxnLst/>
                <a:rect l="l" t="t" r="r" b="b"/>
                <a:pathLst>
                  <a:path w="26818" h="11330" extrusionOk="0">
                    <a:moveTo>
                      <a:pt x="1" y="1"/>
                    </a:moveTo>
                    <a:lnTo>
                      <a:pt x="1" y="11329"/>
                    </a:lnTo>
                    <a:lnTo>
                      <a:pt x="26818" y="11329"/>
                    </a:lnTo>
                    <a:lnTo>
                      <a:pt x="26818" y="10928"/>
                    </a:lnTo>
                    <a:lnTo>
                      <a:pt x="427" y="10928"/>
                    </a:lnTo>
                    <a:lnTo>
                      <a:pt x="4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4"/>
              <p:cNvSpPr/>
              <p:nvPr/>
            </p:nvSpPr>
            <p:spPr>
              <a:xfrm>
                <a:off x="3217615" y="3034130"/>
                <a:ext cx="544668" cy="23297"/>
              </a:xfrm>
              <a:custGeom>
                <a:avLst/>
                <a:gdLst/>
                <a:ahLst/>
                <a:cxnLst/>
                <a:rect l="l" t="t" r="r" b="b"/>
                <a:pathLst>
                  <a:path w="7645" h="327" extrusionOk="0">
                    <a:moveTo>
                      <a:pt x="0" y="1"/>
                    </a:moveTo>
                    <a:lnTo>
                      <a:pt x="0" y="327"/>
                    </a:lnTo>
                    <a:lnTo>
                      <a:pt x="7644" y="327"/>
                    </a:lnTo>
                    <a:lnTo>
                      <a:pt x="764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4"/>
              <p:cNvSpPr/>
              <p:nvPr/>
            </p:nvSpPr>
            <p:spPr>
              <a:xfrm>
                <a:off x="3228302" y="3109153"/>
                <a:ext cx="300084" cy="21516"/>
              </a:xfrm>
              <a:custGeom>
                <a:avLst/>
                <a:gdLst/>
                <a:ahLst/>
                <a:cxnLst/>
                <a:rect l="l" t="t" r="r" b="b"/>
                <a:pathLst>
                  <a:path w="4212" h="302" extrusionOk="0">
                    <a:moveTo>
                      <a:pt x="1" y="0"/>
                    </a:moveTo>
                    <a:lnTo>
                      <a:pt x="1" y="301"/>
                    </a:lnTo>
                    <a:lnTo>
                      <a:pt x="4211" y="301"/>
                    </a:lnTo>
                    <a:lnTo>
                      <a:pt x="421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4"/>
              <p:cNvSpPr/>
              <p:nvPr/>
            </p:nvSpPr>
            <p:spPr>
              <a:xfrm>
                <a:off x="3547916" y="3321610"/>
                <a:ext cx="150113" cy="150113"/>
              </a:xfrm>
              <a:custGeom>
                <a:avLst/>
                <a:gdLst/>
                <a:ahLst/>
                <a:cxnLst/>
                <a:rect l="l" t="t" r="r" b="b"/>
                <a:pathLst>
                  <a:path w="2107" h="2107" extrusionOk="0">
                    <a:moveTo>
                      <a:pt x="1054" y="427"/>
                    </a:moveTo>
                    <a:cubicBezTo>
                      <a:pt x="1404" y="427"/>
                      <a:pt x="1680" y="703"/>
                      <a:pt x="1680" y="1053"/>
                    </a:cubicBezTo>
                    <a:cubicBezTo>
                      <a:pt x="1680" y="1404"/>
                      <a:pt x="1404" y="1705"/>
                      <a:pt x="1054" y="1705"/>
                    </a:cubicBezTo>
                    <a:cubicBezTo>
                      <a:pt x="703" y="1705"/>
                      <a:pt x="427" y="1404"/>
                      <a:pt x="427" y="1053"/>
                    </a:cubicBezTo>
                    <a:cubicBezTo>
                      <a:pt x="427" y="703"/>
                      <a:pt x="703" y="427"/>
                      <a:pt x="1054" y="427"/>
                    </a:cubicBezTo>
                    <a:close/>
                    <a:moveTo>
                      <a:pt x="1054" y="1"/>
                    </a:moveTo>
                    <a:cubicBezTo>
                      <a:pt x="477" y="1"/>
                      <a:pt x="1" y="477"/>
                      <a:pt x="1" y="1053"/>
                    </a:cubicBezTo>
                    <a:cubicBezTo>
                      <a:pt x="1" y="1630"/>
                      <a:pt x="477" y="2106"/>
                      <a:pt x="1054" y="2106"/>
                    </a:cubicBezTo>
                    <a:cubicBezTo>
                      <a:pt x="1630" y="2106"/>
                      <a:pt x="2106" y="1630"/>
                      <a:pt x="2106" y="1053"/>
                    </a:cubicBezTo>
                    <a:cubicBezTo>
                      <a:pt x="2106" y="477"/>
                      <a:pt x="1630" y="1"/>
                      <a:pt x="10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4"/>
              <p:cNvSpPr/>
              <p:nvPr/>
            </p:nvSpPr>
            <p:spPr>
              <a:xfrm>
                <a:off x="5846059" y="3373407"/>
                <a:ext cx="109005" cy="110786"/>
              </a:xfrm>
              <a:custGeom>
                <a:avLst/>
                <a:gdLst/>
                <a:ahLst/>
                <a:cxnLst/>
                <a:rect l="l" t="t" r="r" b="b"/>
                <a:pathLst>
                  <a:path w="1530" h="1555" extrusionOk="0">
                    <a:moveTo>
                      <a:pt x="778" y="1"/>
                    </a:moveTo>
                    <a:cubicBezTo>
                      <a:pt x="352" y="1"/>
                      <a:pt x="1" y="352"/>
                      <a:pt x="1" y="778"/>
                    </a:cubicBezTo>
                    <a:cubicBezTo>
                      <a:pt x="1" y="1204"/>
                      <a:pt x="352" y="1555"/>
                      <a:pt x="778" y="1555"/>
                    </a:cubicBezTo>
                    <a:cubicBezTo>
                      <a:pt x="1179" y="1555"/>
                      <a:pt x="1530" y="1204"/>
                      <a:pt x="1530" y="778"/>
                    </a:cubicBezTo>
                    <a:cubicBezTo>
                      <a:pt x="1530" y="352"/>
                      <a:pt x="1179" y="1"/>
                      <a:pt x="77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Google Shape;1522;p34"/>
              <p:cNvSpPr/>
              <p:nvPr/>
            </p:nvSpPr>
            <p:spPr>
              <a:xfrm>
                <a:off x="3040851" y="3894790"/>
                <a:ext cx="108934" cy="109005"/>
              </a:xfrm>
              <a:custGeom>
                <a:avLst/>
                <a:gdLst/>
                <a:ahLst/>
                <a:cxnLst/>
                <a:rect l="l" t="t" r="r" b="b"/>
                <a:pathLst>
                  <a:path w="1529" h="1530" extrusionOk="0">
                    <a:moveTo>
                      <a:pt x="752" y="1"/>
                    </a:moveTo>
                    <a:cubicBezTo>
                      <a:pt x="326" y="1"/>
                      <a:pt x="0" y="352"/>
                      <a:pt x="0" y="778"/>
                    </a:cubicBezTo>
                    <a:cubicBezTo>
                      <a:pt x="0" y="1204"/>
                      <a:pt x="326" y="1530"/>
                      <a:pt x="752" y="1530"/>
                    </a:cubicBezTo>
                    <a:cubicBezTo>
                      <a:pt x="1178" y="1530"/>
                      <a:pt x="1529" y="1204"/>
                      <a:pt x="1529" y="778"/>
                    </a:cubicBezTo>
                    <a:cubicBezTo>
                      <a:pt x="1529" y="352"/>
                      <a:pt x="1178" y="1"/>
                      <a:pt x="75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Google Shape;1523;p34"/>
              <p:cNvSpPr/>
              <p:nvPr/>
            </p:nvSpPr>
            <p:spPr>
              <a:xfrm>
                <a:off x="6097846" y="3134160"/>
                <a:ext cx="109005" cy="110786"/>
              </a:xfrm>
              <a:custGeom>
                <a:avLst/>
                <a:gdLst/>
                <a:ahLst/>
                <a:cxnLst/>
                <a:rect l="l" t="t" r="r" b="b"/>
                <a:pathLst>
                  <a:path w="1530" h="1555" extrusionOk="0">
                    <a:moveTo>
                      <a:pt x="778" y="0"/>
                    </a:moveTo>
                    <a:cubicBezTo>
                      <a:pt x="351" y="0"/>
                      <a:pt x="1" y="351"/>
                      <a:pt x="1" y="777"/>
                    </a:cubicBezTo>
                    <a:cubicBezTo>
                      <a:pt x="1" y="1203"/>
                      <a:pt x="351" y="1554"/>
                      <a:pt x="778" y="1554"/>
                    </a:cubicBezTo>
                    <a:cubicBezTo>
                      <a:pt x="1204" y="1554"/>
                      <a:pt x="1529" y="1203"/>
                      <a:pt x="1529" y="777"/>
                    </a:cubicBezTo>
                    <a:cubicBezTo>
                      <a:pt x="1529" y="351"/>
                      <a:pt x="1204" y="0"/>
                      <a:pt x="77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4"/>
              <p:cNvSpPr/>
              <p:nvPr/>
            </p:nvSpPr>
            <p:spPr>
              <a:xfrm>
                <a:off x="3286511" y="3737905"/>
                <a:ext cx="1157874" cy="970927"/>
              </a:xfrm>
              <a:custGeom>
                <a:avLst/>
                <a:gdLst/>
                <a:ahLst/>
                <a:cxnLst/>
                <a:rect l="l" t="t" r="r" b="b"/>
                <a:pathLst>
                  <a:path w="16252" h="13628" extrusionOk="0">
                    <a:moveTo>
                      <a:pt x="7865" y="0"/>
                    </a:moveTo>
                    <a:cubicBezTo>
                      <a:pt x="6457" y="0"/>
                      <a:pt x="5038" y="926"/>
                      <a:pt x="4297" y="2529"/>
                    </a:cubicBezTo>
                    <a:cubicBezTo>
                      <a:pt x="1" y="11932"/>
                      <a:pt x="2995" y="13627"/>
                      <a:pt x="8305" y="13627"/>
                    </a:cubicBezTo>
                    <a:cubicBezTo>
                      <a:pt x="9223" y="13627"/>
                      <a:pt x="10209" y="13576"/>
                      <a:pt x="11239" y="13506"/>
                    </a:cubicBezTo>
                    <a:cubicBezTo>
                      <a:pt x="16251" y="13155"/>
                      <a:pt x="16251" y="8945"/>
                      <a:pt x="14823" y="7391"/>
                    </a:cubicBezTo>
                    <a:cubicBezTo>
                      <a:pt x="13495" y="5962"/>
                      <a:pt x="12317" y="3782"/>
                      <a:pt x="10537" y="1401"/>
                    </a:cubicBezTo>
                    <a:cubicBezTo>
                      <a:pt x="9801" y="440"/>
                      <a:pt x="8835" y="0"/>
                      <a:pt x="786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4"/>
              <p:cNvSpPr/>
              <p:nvPr/>
            </p:nvSpPr>
            <p:spPr>
              <a:xfrm>
                <a:off x="3587244" y="3829742"/>
                <a:ext cx="819674" cy="751136"/>
              </a:xfrm>
              <a:custGeom>
                <a:avLst/>
                <a:gdLst/>
                <a:ahLst/>
                <a:cxnLst/>
                <a:rect l="l" t="t" r="r" b="b"/>
                <a:pathLst>
                  <a:path w="11505" h="10543" extrusionOk="0">
                    <a:moveTo>
                      <a:pt x="3478" y="0"/>
                    </a:moveTo>
                    <a:cubicBezTo>
                      <a:pt x="3032" y="0"/>
                      <a:pt x="2594" y="175"/>
                      <a:pt x="2181" y="588"/>
                    </a:cubicBezTo>
                    <a:cubicBezTo>
                      <a:pt x="2181" y="588"/>
                      <a:pt x="0" y="3069"/>
                      <a:pt x="702" y="7079"/>
                    </a:cubicBezTo>
                    <a:cubicBezTo>
                      <a:pt x="994" y="8750"/>
                      <a:pt x="2175" y="10543"/>
                      <a:pt x="5112" y="10543"/>
                    </a:cubicBezTo>
                    <a:cubicBezTo>
                      <a:pt x="5700" y="10543"/>
                      <a:pt x="6358" y="10471"/>
                      <a:pt x="7093" y="10313"/>
                    </a:cubicBezTo>
                    <a:cubicBezTo>
                      <a:pt x="11504" y="9360"/>
                      <a:pt x="8923" y="5826"/>
                      <a:pt x="8672" y="5350"/>
                    </a:cubicBezTo>
                    <a:cubicBezTo>
                      <a:pt x="8377" y="4824"/>
                      <a:pt x="5819" y="0"/>
                      <a:pt x="347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4"/>
              <p:cNvSpPr/>
              <p:nvPr/>
            </p:nvSpPr>
            <p:spPr>
              <a:xfrm>
                <a:off x="4062675" y="4415034"/>
                <a:ext cx="247790" cy="367339"/>
              </a:xfrm>
              <a:custGeom>
                <a:avLst/>
                <a:gdLst/>
                <a:ahLst/>
                <a:cxnLst/>
                <a:rect l="l" t="t" r="r" b="b"/>
                <a:pathLst>
                  <a:path w="3478" h="5156" extrusionOk="0">
                    <a:moveTo>
                      <a:pt x="650" y="0"/>
                    </a:moveTo>
                    <a:cubicBezTo>
                      <a:pt x="126" y="0"/>
                      <a:pt x="0" y="760"/>
                      <a:pt x="19" y="970"/>
                    </a:cubicBezTo>
                    <a:cubicBezTo>
                      <a:pt x="169" y="2599"/>
                      <a:pt x="2676" y="5105"/>
                      <a:pt x="2676" y="5105"/>
                    </a:cubicBezTo>
                    <a:cubicBezTo>
                      <a:pt x="2676" y="5105"/>
                      <a:pt x="2845" y="5155"/>
                      <a:pt x="3020" y="5155"/>
                    </a:cubicBezTo>
                    <a:cubicBezTo>
                      <a:pt x="3196" y="5155"/>
                      <a:pt x="3378" y="5105"/>
                      <a:pt x="3403" y="4905"/>
                    </a:cubicBezTo>
                    <a:cubicBezTo>
                      <a:pt x="3478" y="4504"/>
                      <a:pt x="2300" y="1095"/>
                      <a:pt x="1272" y="268"/>
                    </a:cubicBezTo>
                    <a:cubicBezTo>
                      <a:pt x="1020" y="76"/>
                      <a:pt x="815" y="0"/>
                      <a:pt x="650" y="0"/>
                    </a:cubicBezTo>
                    <a:close/>
                  </a:path>
                </a:pathLst>
              </a:custGeom>
              <a:solidFill>
                <a:srgbClr val="F4C5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Google Shape;1527;p34"/>
              <p:cNvSpPr/>
              <p:nvPr/>
            </p:nvSpPr>
            <p:spPr>
              <a:xfrm>
                <a:off x="4257678" y="4284581"/>
                <a:ext cx="252777" cy="351523"/>
              </a:xfrm>
              <a:custGeom>
                <a:avLst/>
                <a:gdLst/>
                <a:ahLst/>
                <a:cxnLst/>
                <a:rect l="l" t="t" r="r" b="b"/>
                <a:pathLst>
                  <a:path w="3548" h="4934" extrusionOk="0">
                    <a:moveTo>
                      <a:pt x="595" y="0"/>
                    </a:moveTo>
                    <a:cubicBezTo>
                      <a:pt x="80" y="0"/>
                      <a:pt x="1" y="754"/>
                      <a:pt x="39" y="946"/>
                    </a:cubicBezTo>
                    <a:cubicBezTo>
                      <a:pt x="290" y="2550"/>
                      <a:pt x="2821" y="4906"/>
                      <a:pt x="2821" y="4906"/>
                    </a:cubicBezTo>
                    <a:cubicBezTo>
                      <a:pt x="2821" y="4906"/>
                      <a:pt x="2941" y="4934"/>
                      <a:pt x="3079" y="4934"/>
                    </a:cubicBezTo>
                    <a:cubicBezTo>
                      <a:pt x="3264" y="4934"/>
                      <a:pt x="3483" y="4885"/>
                      <a:pt x="3498" y="4655"/>
                    </a:cubicBezTo>
                    <a:cubicBezTo>
                      <a:pt x="3548" y="4279"/>
                      <a:pt x="2219" y="996"/>
                      <a:pt x="1192" y="244"/>
                    </a:cubicBezTo>
                    <a:cubicBezTo>
                      <a:pt x="947" y="69"/>
                      <a:pt x="751" y="0"/>
                      <a:pt x="595" y="0"/>
                    </a:cubicBezTo>
                    <a:close/>
                  </a:path>
                </a:pathLst>
              </a:custGeom>
              <a:solidFill>
                <a:srgbClr val="F4C5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Google Shape;1528;p34"/>
              <p:cNvSpPr/>
              <p:nvPr/>
            </p:nvSpPr>
            <p:spPr>
              <a:xfrm>
                <a:off x="4451470" y="4601130"/>
                <a:ext cx="134938" cy="59276"/>
              </a:xfrm>
              <a:custGeom>
                <a:avLst/>
                <a:gdLst/>
                <a:ahLst/>
                <a:cxnLst/>
                <a:rect l="l" t="t" r="r" b="b"/>
                <a:pathLst>
                  <a:path w="1894" h="832" extrusionOk="0">
                    <a:moveTo>
                      <a:pt x="1335" y="0"/>
                    </a:moveTo>
                    <a:cubicBezTo>
                      <a:pt x="1074" y="0"/>
                      <a:pt x="829" y="152"/>
                      <a:pt x="715" y="152"/>
                    </a:cubicBezTo>
                    <a:cubicBezTo>
                      <a:pt x="684" y="152"/>
                      <a:pt x="662" y="141"/>
                      <a:pt x="652" y="112"/>
                    </a:cubicBezTo>
                    <a:cubicBezTo>
                      <a:pt x="642" y="94"/>
                      <a:pt x="621" y="87"/>
                      <a:pt x="593" y="87"/>
                    </a:cubicBezTo>
                    <a:cubicBezTo>
                      <a:pt x="424" y="87"/>
                      <a:pt x="1" y="363"/>
                      <a:pt x="1" y="363"/>
                    </a:cubicBezTo>
                    <a:cubicBezTo>
                      <a:pt x="1" y="363"/>
                      <a:pt x="276" y="689"/>
                      <a:pt x="527" y="814"/>
                    </a:cubicBezTo>
                    <a:cubicBezTo>
                      <a:pt x="549" y="826"/>
                      <a:pt x="576" y="831"/>
                      <a:pt x="607" y="831"/>
                    </a:cubicBezTo>
                    <a:cubicBezTo>
                      <a:pt x="970" y="831"/>
                      <a:pt x="1893" y="81"/>
                      <a:pt x="1454" y="12"/>
                    </a:cubicBezTo>
                    <a:cubicBezTo>
                      <a:pt x="1414" y="4"/>
                      <a:pt x="1375" y="0"/>
                      <a:pt x="1335" y="0"/>
                    </a:cubicBezTo>
                    <a:close/>
                  </a:path>
                </a:pathLst>
              </a:custGeom>
              <a:solidFill>
                <a:srgbClr val="F4C5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4"/>
              <p:cNvSpPr/>
              <p:nvPr/>
            </p:nvSpPr>
            <p:spPr>
              <a:xfrm>
                <a:off x="3855062" y="4174220"/>
                <a:ext cx="510755" cy="241236"/>
              </a:xfrm>
              <a:custGeom>
                <a:avLst/>
                <a:gdLst/>
                <a:ahLst/>
                <a:cxnLst/>
                <a:rect l="l" t="t" r="r" b="b"/>
                <a:pathLst>
                  <a:path w="7169" h="3386" extrusionOk="0">
                    <a:moveTo>
                      <a:pt x="1464" y="1"/>
                    </a:moveTo>
                    <a:cubicBezTo>
                      <a:pt x="1391" y="1"/>
                      <a:pt x="1328" y="5"/>
                      <a:pt x="1279" y="14"/>
                    </a:cubicBezTo>
                    <a:cubicBezTo>
                      <a:pt x="126" y="214"/>
                      <a:pt x="1" y="2119"/>
                      <a:pt x="903" y="2545"/>
                    </a:cubicBezTo>
                    <a:cubicBezTo>
                      <a:pt x="1635" y="2891"/>
                      <a:pt x="3523" y="3385"/>
                      <a:pt x="4998" y="3385"/>
                    </a:cubicBezTo>
                    <a:cubicBezTo>
                      <a:pt x="5341" y="3385"/>
                      <a:pt x="5662" y="3359"/>
                      <a:pt x="5941" y="3297"/>
                    </a:cubicBezTo>
                    <a:cubicBezTo>
                      <a:pt x="6642" y="3147"/>
                      <a:pt x="7169" y="2370"/>
                      <a:pt x="7018" y="2044"/>
                    </a:cubicBezTo>
                    <a:cubicBezTo>
                      <a:pt x="6618" y="1078"/>
                      <a:pt x="2627" y="1"/>
                      <a:pt x="146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4"/>
              <p:cNvSpPr/>
              <p:nvPr/>
            </p:nvSpPr>
            <p:spPr>
              <a:xfrm>
                <a:off x="3703306" y="4232286"/>
                <a:ext cx="489311" cy="295524"/>
              </a:xfrm>
              <a:custGeom>
                <a:avLst/>
                <a:gdLst/>
                <a:ahLst/>
                <a:cxnLst/>
                <a:rect l="l" t="t" r="r" b="b"/>
                <a:pathLst>
                  <a:path w="6868" h="4148" extrusionOk="0">
                    <a:moveTo>
                      <a:pt x="978" y="1"/>
                    </a:moveTo>
                    <a:cubicBezTo>
                      <a:pt x="0" y="327"/>
                      <a:pt x="0" y="2006"/>
                      <a:pt x="978" y="2758"/>
                    </a:cubicBezTo>
                    <a:cubicBezTo>
                      <a:pt x="1454" y="3134"/>
                      <a:pt x="3158" y="3961"/>
                      <a:pt x="4787" y="4136"/>
                    </a:cubicBezTo>
                    <a:cubicBezTo>
                      <a:pt x="4866" y="4144"/>
                      <a:pt x="4945" y="4148"/>
                      <a:pt x="5022" y="4148"/>
                    </a:cubicBezTo>
                    <a:cubicBezTo>
                      <a:pt x="5702" y="4148"/>
                      <a:pt x="6287" y="3855"/>
                      <a:pt x="6467" y="3359"/>
                    </a:cubicBezTo>
                    <a:cubicBezTo>
                      <a:pt x="6868" y="2181"/>
                      <a:pt x="978" y="1"/>
                      <a:pt x="97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4"/>
              <p:cNvSpPr/>
              <p:nvPr/>
            </p:nvSpPr>
            <p:spPr>
              <a:xfrm>
                <a:off x="3665830" y="3702638"/>
                <a:ext cx="323524" cy="324948"/>
              </a:xfrm>
              <a:custGeom>
                <a:avLst/>
                <a:gdLst/>
                <a:ahLst/>
                <a:cxnLst/>
                <a:rect l="l" t="t" r="r" b="b"/>
                <a:pathLst>
                  <a:path w="4541" h="4561" extrusionOk="0">
                    <a:moveTo>
                      <a:pt x="2064" y="1"/>
                    </a:moveTo>
                    <a:cubicBezTo>
                      <a:pt x="1452" y="1"/>
                      <a:pt x="774" y="352"/>
                      <a:pt x="526" y="1420"/>
                    </a:cubicBezTo>
                    <a:cubicBezTo>
                      <a:pt x="0" y="3625"/>
                      <a:pt x="1078" y="4427"/>
                      <a:pt x="2632" y="4553"/>
                    </a:cubicBezTo>
                    <a:cubicBezTo>
                      <a:pt x="2698" y="4558"/>
                      <a:pt x="2762" y="4560"/>
                      <a:pt x="2824" y="4560"/>
                    </a:cubicBezTo>
                    <a:cubicBezTo>
                      <a:pt x="4239" y="4560"/>
                      <a:pt x="4541" y="3240"/>
                      <a:pt x="4060" y="3024"/>
                    </a:cubicBezTo>
                    <a:cubicBezTo>
                      <a:pt x="2607" y="2297"/>
                      <a:pt x="3559" y="818"/>
                      <a:pt x="3008" y="317"/>
                    </a:cubicBezTo>
                    <a:cubicBezTo>
                      <a:pt x="2797" y="135"/>
                      <a:pt x="2443" y="1"/>
                      <a:pt x="2064" y="1"/>
                    </a:cubicBezTo>
                    <a:close/>
                  </a:path>
                </a:pathLst>
              </a:custGeom>
              <a:solidFill>
                <a:srgbClr val="171B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Google Shape;1532;p34"/>
              <p:cNvSpPr/>
              <p:nvPr/>
            </p:nvSpPr>
            <p:spPr>
              <a:xfrm>
                <a:off x="3826492" y="3883890"/>
                <a:ext cx="407165" cy="344826"/>
              </a:xfrm>
              <a:custGeom>
                <a:avLst/>
                <a:gdLst/>
                <a:ahLst/>
                <a:cxnLst/>
                <a:rect l="l" t="t" r="r" b="b"/>
                <a:pathLst>
                  <a:path w="5715" h="4840" extrusionOk="0">
                    <a:moveTo>
                      <a:pt x="1182" y="1"/>
                    </a:moveTo>
                    <a:cubicBezTo>
                      <a:pt x="1162" y="1"/>
                      <a:pt x="1144" y="2"/>
                      <a:pt x="1129" y="4"/>
                    </a:cubicBezTo>
                    <a:cubicBezTo>
                      <a:pt x="1" y="129"/>
                      <a:pt x="652" y="3688"/>
                      <a:pt x="2031" y="4590"/>
                    </a:cubicBezTo>
                    <a:cubicBezTo>
                      <a:pt x="2306" y="4771"/>
                      <a:pt x="2622" y="4839"/>
                      <a:pt x="2945" y="4839"/>
                    </a:cubicBezTo>
                    <a:cubicBezTo>
                      <a:pt x="3826" y="4839"/>
                      <a:pt x="4750" y="4331"/>
                      <a:pt x="4988" y="4239"/>
                    </a:cubicBezTo>
                    <a:cubicBezTo>
                      <a:pt x="5689" y="3949"/>
                      <a:pt x="5714" y="3636"/>
                      <a:pt x="5468" y="3636"/>
                    </a:cubicBezTo>
                    <a:cubicBezTo>
                      <a:pt x="5459" y="3636"/>
                      <a:pt x="5449" y="3637"/>
                      <a:pt x="5439" y="3638"/>
                    </a:cubicBezTo>
                    <a:cubicBezTo>
                      <a:pt x="5164" y="3638"/>
                      <a:pt x="5013" y="3888"/>
                      <a:pt x="4562" y="3964"/>
                    </a:cubicBezTo>
                    <a:cubicBezTo>
                      <a:pt x="4373" y="3993"/>
                      <a:pt x="4155" y="4039"/>
                      <a:pt x="3914" y="4039"/>
                    </a:cubicBezTo>
                    <a:cubicBezTo>
                      <a:pt x="3551" y="4039"/>
                      <a:pt x="3135" y="3935"/>
                      <a:pt x="2682" y="3512"/>
                    </a:cubicBezTo>
                    <a:cubicBezTo>
                      <a:pt x="1956" y="2811"/>
                      <a:pt x="2256" y="1332"/>
                      <a:pt x="2056" y="630"/>
                    </a:cubicBezTo>
                    <a:cubicBezTo>
                      <a:pt x="1917" y="145"/>
                      <a:pt x="1417" y="1"/>
                      <a:pt x="1182" y="1"/>
                    </a:cubicBezTo>
                    <a:close/>
                  </a:path>
                </a:pathLst>
              </a:custGeom>
              <a:solidFill>
                <a:srgbClr val="F4C5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Google Shape;1533;p34"/>
              <p:cNvSpPr/>
              <p:nvPr/>
            </p:nvSpPr>
            <p:spPr>
              <a:xfrm>
                <a:off x="3721189" y="3766261"/>
                <a:ext cx="226844" cy="198275"/>
              </a:xfrm>
              <a:custGeom>
                <a:avLst/>
                <a:gdLst/>
                <a:ahLst/>
                <a:cxnLst/>
                <a:rect l="l" t="t" r="r" b="b"/>
                <a:pathLst>
                  <a:path w="3184" h="2783" extrusionOk="0">
                    <a:moveTo>
                      <a:pt x="2180" y="0"/>
                    </a:moveTo>
                    <a:lnTo>
                      <a:pt x="1028" y="552"/>
                    </a:lnTo>
                    <a:lnTo>
                      <a:pt x="0" y="2782"/>
                    </a:lnTo>
                    <a:cubicBezTo>
                      <a:pt x="0" y="2782"/>
                      <a:pt x="3183" y="2407"/>
                      <a:pt x="2882" y="2031"/>
                    </a:cubicBezTo>
                    <a:cubicBezTo>
                      <a:pt x="2105" y="1053"/>
                      <a:pt x="2180" y="1"/>
                      <a:pt x="2180" y="0"/>
                    </a:cubicBezTo>
                    <a:close/>
                  </a:path>
                </a:pathLst>
              </a:custGeom>
              <a:solidFill>
                <a:srgbClr val="171B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Google Shape;1534;p34"/>
              <p:cNvSpPr/>
              <p:nvPr/>
            </p:nvSpPr>
            <p:spPr>
              <a:xfrm>
                <a:off x="3619377" y="3872846"/>
                <a:ext cx="360785" cy="392275"/>
              </a:xfrm>
              <a:custGeom>
                <a:avLst/>
                <a:gdLst/>
                <a:ahLst/>
                <a:cxnLst/>
                <a:rect l="l" t="t" r="r" b="b"/>
                <a:pathLst>
                  <a:path w="5064" h="5506" extrusionOk="0">
                    <a:moveTo>
                      <a:pt x="1125" y="5308"/>
                    </a:moveTo>
                    <a:lnTo>
                      <a:pt x="1125" y="5308"/>
                    </a:lnTo>
                    <a:cubicBezTo>
                      <a:pt x="1121" y="5308"/>
                      <a:pt x="1078" y="5410"/>
                      <a:pt x="1082" y="5410"/>
                    </a:cubicBezTo>
                    <a:cubicBezTo>
                      <a:pt x="1083" y="5410"/>
                      <a:pt x="1089" y="5400"/>
                      <a:pt x="1103" y="5372"/>
                    </a:cubicBezTo>
                    <a:cubicBezTo>
                      <a:pt x="1121" y="5325"/>
                      <a:pt x="1126" y="5308"/>
                      <a:pt x="1125" y="5308"/>
                    </a:cubicBezTo>
                    <a:close/>
                    <a:moveTo>
                      <a:pt x="3490" y="1"/>
                    </a:moveTo>
                    <a:cubicBezTo>
                      <a:pt x="2993" y="1"/>
                      <a:pt x="2440" y="119"/>
                      <a:pt x="1955" y="284"/>
                    </a:cubicBezTo>
                    <a:cubicBezTo>
                      <a:pt x="1203" y="535"/>
                      <a:pt x="0" y="986"/>
                      <a:pt x="828" y="2540"/>
                    </a:cubicBezTo>
                    <a:cubicBezTo>
                      <a:pt x="1404" y="3592"/>
                      <a:pt x="1730" y="4169"/>
                      <a:pt x="1103" y="5372"/>
                    </a:cubicBezTo>
                    <a:cubicBezTo>
                      <a:pt x="1341" y="5471"/>
                      <a:pt x="1547" y="5505"/>
                      <a:pt x="1746" y="5505"/>
                    </a:cubicBezTo>
                    <a:cubicBezTo>
                      <a:pt x="2177" y="5505"/>
                      <a:pt x="2568" y="5345"/>
                      <a:pt x="3146" y="5345"/>
                    </a:cubicBezTo>
                    <a:cubicBezTo>
                      <a:pt x="3175" y="5345"/>
                      <a:pt x="3204" y="5346"/>
                      <a:pt x="3234" y="5347"/>
                    </a:cubicBezTo>
                    <a:cubicBezTo>
                      <a:pt x="3885" y="5347"/>
                      <a:pt x="4336" y="5121"/>
                      <a:pt x="4938" y="4971"/>
                    </a:cubicBezTo>
                    <a:cubicBezTo>
                      <a:pt x="4860" y="4678"/>
                      <a:pt x="4806" y="4583"/>
                      <a:pt x="4769" y="4583"/>
                    </a:cubicBezTo>
                    <a:cubicBezTo>
                      <a:pt x="4701" y="4583"/>
                      <a:pt x="4688" y="4898"/>
                      <a:pt x="4687" y="4898"/>
                    </a:cubicBezTo>
                    <a:cubicBezTo>
                      <a:pt x="4687" y="4898"/>
                      <a:pt x="4687" y="4897"/>
                      <a:pt x="4687" y="4895"/>
                    </a:cubicBezTo>
                    <a:cubicBezTo>
                      <a:pt x="4136" y="3367"/>
                      <a:pt x="5063" y="1938"/>
                      <a:pt x="4913" y="936"/>
                    </a:cubicBezTo>
                    <a:cubicBezTo>
                      <a:pt x="4795" y="242"/>
                      <a:pt x="4200" y="1"/>
                      <a:pt x="3490" y="1"/>
                    </a:cubicBezTo>
                    <a:close/>
                  </a:path>
                </a:pathLst>
              </a:custGeom>
              <a:solidFill>
                <a:srgbClr val="F4C5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Google Shape;1535;p34"/>
              <p:cNvSpPr/>
              <p:nvPr/>
            </p:nvSpPr>
            <p:spPr>
              <a:xfrm>
                <a:off x="3688985" y="3873416"/>
                <a:ext cx="333997" cy="407450"/>
              </a:xfrm>
              <a:custGeom>
                <a:avLst/>
                <a:gdLst/>
                <a:ahLst/>
                <a:cxnLst/>
                <a:rect l="l" t="t" r="r" b="b"/>
                <a:pathLst>
                  <a:path w="4688" h="5719" extrusionOk="0">
                    <a:moveTo>
                      <a:pt x="2482" y="0"/>
                    </a:moveTo>
                    <a:lnTo>
                      <a:pt x="2482" y="0"/>
                    </a:lnTo>
                    <a:cubicBezTo>
                      <a:pt x="3660" y="1354"/>
                      <a:pt x="3409" y="1880"/>
                      <a:pt x="3034" y="1955"/>
                    </a:cubicBezTo>
                    <a:cubicBezTo>
                      <a:pt x="2947" y="1974"/>
                      <a:pt x="2862" y="1982"/>
                      <a:pt x="2780" y="1982"/>
                    </a:cubicBezTo>
                    <a:cubicBezTo>
                      <a:pt x="1627" y="1982"/>
                      <a:pt x="928" y="301"/>
                      <a:pt x="928" y="301"/>
                    </a:cubicBezTo>
                    <a:lnTo>
                      <a:pt x="502" y="451"/>
                    </a:lnTo>
                    <a:cubicBezTo>
                      <a:pt x="502" y="451"/>
                      <a:pt x="1229" y="1028"/>
                      <a:pt x="1279" y="2206"/>
                    </a:cubicBezTo>
                    <a:cubicBezTo>
                      <a:pt x="1339" y="3353"/>
                      <a:pt x="657" y="3466"/>
                      <a:pt x="385" y="3466"/>
                    </a:cubicBezTo>
                    <a:cubicBezTo>
                      <a:pt x="319" y="3466"/>
                      <a:pt x="277" y="3459"/>
                      <a:pt x="277" y="3459"/>
                    </a:cubicBezTo>
                    <a:lnTo>
                      <a:pt x="277" y="3459"/>
                    </a:lnTo>
                    <a:cubicBezTo>
                      <a:pt x="352" y="3935"/>
                      <a:pt x="577" y="4035"/>
                      <a:pt x="302" y="4862"/>
                    </a:cubicBezTo>
                    <a:lnTo>
                      <a:pt x="1" y="5439"/>
                    </a:lnTo>
                    <a:cubicBezTo>
                      <a:pt x="450" y="5626"/>
                      <a:pt x="1188" y="5719"/>
                      <a:pt x="1938" y="5719"/>
                    </a:cubicBezTo>
                    <a:cubicBezTo>
                      <a:pt x="3200" y="5719"/>
                      <a:pt x="4496" y="5456"/>
                      <a:pt x="4512" y="4938"/>
                    </a:cubicBezTo>
                    <a:cubicBezTo>
                      <a:pt x="4237" y="4612"/>
                      <a:pt x="3660" y="3760"/>
                      <a:pt x="3961" y="3208"/>
                    </a:cubicBezTo>
                    <a:cubicBezTo>
                      <a:pt x="4688" y="1905"/>
                      <a:pt x="2933" y="25"/>
                      <a:pt x="2933" y="25"/>
                    </a:cubicBezTo>
                    <a:lnTo>
                      <a:pt x="248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Google Shape;1536;p34"/>
              <p:cNvSpPr/>
              <p:nvPr/>
            </p:nvSpPr>
            <p:spPr>
              <a:xfrm>
                <a:off x="3778614" y="3805518"/>
                <a:ext cx="87275" cy="122043"/>
              </a:xfrm>
              <a:custGeom>
                <a:avLst/>
                <a:gdLst/>
                <a:ahLst/>
                <a:cxnLst/>
                <a:rect l="l" t="t" r="r" b="b"/>
                <a:pathLst>
                  <a:path w="1225" h="1713" extrusionOk="0">
                    <a:moveTo>
                      <a:pt x="222" y="1"/>
                    </a:moveTo>
                    <a:cubicBezTo>
                      <a:pt x="222" y="1"/>
                      <a:pt x="397" y="753"/>
                      <a:pt x="121" y="1104"/>
                    </a:cubicBezTo>
                    <a:cubicBezTo>
                      <a:pt x="0" y="1286"/>
                      <a:pt x="793" y="1712"/>
                      <a:pt x="1090" y="1712"/>
                    </a:cubicBezTo>
                    <a:cubicBezTo>
                      <a:pt x="1161" y="1712"/>
                      <a:pt x="1204" y="1688"/>
                      <a:pt x="1199" y="1630"/>
                    </a:cubicBezTo>
                    <a:cubicBezTo>
                      <a:pt x="1174" y="1229"/>
                      <a:pt x="948" y="978"/>
                      <a:pt x="1224" y="552"/>
                    </a:cubicBezTo>
                    <a:lnTo>
                      <a:pt x="222" y="1"/>
                    </a:lnTo>
                    <a:close/>
                  </a:path>
                </a:pathLst>
              </a:custGeom>
              <a:solidFill>
                <a:srgbClr val="F4C5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Google Shape;1537;p34"/>
              <p:cNvSpPr/>
              <p:nvPr/>
            </p:nvSpPr>
            <p:spPr>
              <a:xfrm>
                <a:off x="3765789" y="3713966"/>
                <a:ext cx="135793" cy="167355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2349" extrusionOk="0">
                    <a:moveTo>
                      <a:pt x="885" y="1"/>
                    </a:moveTo>
                    <a:cubicBezTo>
                      <a:pt x="631" y="1"/>
                      <a:pt x="398" y="188"/>
                      <a:pt x="301" y="333"/>
                    </a:cubicBezTo>
                    <a:cubicBezTo>
                      <a:pt x="1" y="785"/>
                      <a:pt x="176" y="1286"/>
                      <a:pt x="326" y="1562"/>
                    </a:cubicBezTo>
                    <a:cubicBezTo>
                      <a:pt x="633" y="2113"/>
                      <a:pt x="1123" y="2349"/>
                      <a:pt x="1375" y="2349"/>
                    </a:cubicBezTo>
                    <a:cubicBezTo>
                      <a:pt x="1432" y="2349"/>
                      <a:pt x="1477" y="2337"/>
                      <a:pt x="1504" y="2313"/>
                    </a:cubicBezTo>
                    <a:cubicBezTo>
                      <a:pt x="1905" y="2013"/>
                      <a:pt x="1630" y="559"/>
                      <a:pt x="1304" y="208"/>
                    </a:cubicBezTo>
                    <a:cubicBezTo>
                      <a:pt x="1171" y="57"/>
                      <a:pt x="1025" y="1"/>
                      <a:pt x="885" y="1"/>
                    </a:cubicBezTo>
                    <a:close/>
                  </a:path>
                </a:pathLst>
              </a:custGeom>
              <a:solidFill>
                <a:srgbClr val="F4C5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Google Shape;1538;p34"/>
              <p:cNvSpPr/>
              <p:nvPr/>
            </p:nvSpPr>
            <p:spPr>
              <a:xfrm>
                <a:off x="3746125" y="3707910"/>
                <a:ext cx="132159" cy="136434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915" extrusionOk="0">
                    <a:moveTo>
                      <a:pt x="1122" y="0"/>
                    </a:moveTo>
                    <a:cubicBezTo>
                      <a:pt x="831" y="0"/>
                      <a:pt x="522" y="137"/>
                      <a:pt x="352" y="444"/>
                    </a:cubicBezTo>
                    <a:cubicBezTo>
                      <a:pt x="1" y="1120"/>
                      <a:pt x="176" y="1446"/>
                      <a:pt x="201" y="1521"/>
                    </a:cubicBezTo>
                    <a:cubicBezTo>
                      <a:pt x="237" y="1575"/>
                      <a:pt x="546" y="1914"/>
                      <a:pt x="651" y="1914"/>
                    </a:cubicBezTo>
                    <a:cubicBezTo>
                      <a:pt x="692" y="1914"/>
                      <a:pt x="702" y="1863"/>
                      <a:pt x="653" y="1722"/>
                    </a:cubicBezTo>
                    <a:cubicBezTo>
                      <a:pt x="577" y="1471"/>
                      <a:pt x="690" y="1459"/>
                      <a:pt x="806" y="1459"/>
                    </a:cubicBezTo>
                    <a:cubicBezTo>
                      <a:pt x="819" y="1459"/>
                      <a:pt x="832" y="1459"/>
                      <a:pt x="845" y="1459"/>
                    </a:cubicBezTo>
                    <a:cubicBezTo>
                      <a:pt x="946" y="1459"/>
                      <a:pt x="1034" y="1449"/>
                      <a:pt x="978" y="1271"/>
                    </a:cubicBezTo>
                    <a:cubicBezTo>
                      <a:pt x="932" y="1133"/>
                      <a:pt x="887" y="785"/>
                      <a:pt x="1283" y="785"/>
                    </a:cubicBezTo>
                    <a:cubicBezTo>
                      <a:pt x="1320" y="785"/>
                      <a:pt x="1360" y="788"/>
                      <a:pt x="1404" y="794"/>
                    </a:cubicBezTo>
                    <a:cubicBezTo>
                      <a:pt x="1504" y="811"/>
                      <a:pt x="1582" y="819"/>
                      <a:pt x="1642" y="819"/>
                    </a:cubicBezTo>
                    <a:cubicBezTo>
                      <a:pt x="1854" y="819"/>
                      <a:pt x="1850" y="719"/>
                      <a:pt x="1830" y="544"/>
                    </a:cubicBezTo>
                    <a:cubicBezTo>
                      <a:pt x="1803" y="201"/>
                      <a:pt x="1475" y="0"/>
                      <a:pt x="1122" y="0"/>
                    </a:cubicBezTo>
                    <a:close/>
                  </a:path>
                </a:pathLst>
              </a:custGeom>
              <a:solidFill>
                <a:srgbClr val="171B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34"/>
              <p:cNvSpPr/>
              <p:nvPr/>
            </p:nvSpPr>
            <p:spPr>
              <a:xfrm>
                <a:off x="3662196" y="4119788"/>
                <a:ext cx="239383" cy="165075"/>
              </a:xfrm>
              <a:custGeom>
                <a:avLst/>
                <a:gdLst/>
                <a:ahLst/>
                <a:cxnLst/>
                <a:rect l="l" t="t" r="r" b="b"/>
                <a:pathLst>
                  <a:path w="3360" h="2317" extrusionOk="0">
                    <a:moveTo>
                      <a:pt x="878" y="1"/>
                    </a:moveTo>
                    <a:cubicBezTo>
                      <a:pt x="878" y="1"/>
                      <a:pt x="1" y="1003"/>
                      <a:pt x="753" y="1805"/>
                    </a:cubicBezTo>
                    <a:cubicBezTo>
                      <a:pt x="1123" y="2213"/>
                      <a:pt x="1761" y="2316"/>
                      <a:pt x="2313" y="2316"/>
                    </a:cubicBezTo>
                    <a:cubicBezTo>
                      <a:pt x="2882" y="2316"/>
                      <a:pt x="3359" y="2206"/>
                      <a:pt x="3359" y="2206"/>
                    </a:cubicBezTo>
                    <a:cubicBezTo>
                      <a:pt x="1204" y="2056"/>
                      <a:pt x="878" y="1"/>
                      <a:pt x="878" y="1"/>
                    </a:cubicBezTo>
                    <a:close/>
                  </a:path>
                </a:pathLst>
              </a:custGeom>
              <a:solidFill>
                <a:srgbClr val="171B3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4"/>
              <p:cNvSpPr/>
              <p:nvPr/>
            </p:nvSpPr>
            <p:spPr>
              <a:xfrm>
                <a:off x="3860405" y="4191248"/>
                <a:ext cx="239383" cy="169706"/>
              </a:xfrm>
              <a:custGeom>
                <a:avLst/>
                <a:gdLst/>
                <a:ahLst/>
                <a:cxnLst/>
                <a:rect l="l" t="t" r="r" b="b"/>
                <a:pathLst>
                  <a:path w="3360" h="2382" extrusionOk="0">
                    <a:moveTo>
                      <a:pt x="3359" y="0"/>
                    </a:moveTo>
                    <a:lnTo>
                      <a:pt x="1" y="1228"/>
                    </a:lnTo>
                    <a:lnTo>
                      <a:pt x="1780" y="2381"/>
                    </a:lnTo>
                    <a:lnTo>
                      <a:pt x="335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4"/>
              <p:cNvSpPr/>
              <p:nvPr/>
            </p:nvSpPr>
            <p:spPr>
              <a:xfrm>
                <a:off x="3987225" y="4132327"/>
                <a:ext cx="301794" cy="228625"/>
              </a:xfrm>
              <a:custGeom>
                <a:avLst/>
                <a:gdLst/>
                <a:ahLst/>
                <a:cxnLst/>
                <a:rect l="l" t="t" r="r" b="b"/>
                <a:pathLst>
                  <a:path w="4236" h="3209" extrusionOk="0">
                    <a:moveTo>
                      <a:pt x="4236" y="0"/>
                    </a:moveTo>
                    <a:lnTo>
                      <a:pt x="1178" y="752"/>
                    </a:lnTo>
                    <a:lnTo>
                      <a:pt x="0" y="3208"/>
                    </a:lnTo>
                    <a:lnTo>
                      <a:pt x="0" y="3208"/>
                    </a:lnTo>
                    <a:lnTo>
                      <a:pt x="3183" y="2281"/>
                    </a:lnTo>
                    <a:lnTo>
                      <a:pt x="423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34"/>
              <p:cNvSpPr/>
              <p:nvPr/>
            </p:nvSpPr>
            <p:spPr>
              <a:xfrm>
                <a:off x="3599713" y="3935686"/>
                <a:ext cx="366128" cy="381303"/>
              </a:xfrm>
              <a:custGeom>
                <a:avLst/>
                <a:gdLst/>
                <a:ahLst/>
                <a:cxnLst/>
                <a:rect l="l" t="t" r="r" b="b"/>
                <a:pathLst>
                  <a:path w="5139" h="5352" extrusionOk="0">
                    <a:moveTo>
                      <a:pt x="1320" y="1"/>
                    </a:moveTo>
                    <a:cubicBezTo>
                      <a:pt x="1294" y="1"/>
                      <a:pt x="1279" y="3"/>
                      <a:pt x="1279" y="3"/>
                    </a:cubicBezTo>
                    <a:cubicBezTo>
                      <a:pt x="327" y="79"/>
                      <a:pt x="1" y="3638"/>
                      <a:pt x="1204" y="4841"/>
                    </a:cubicBezTo>
                    <a:cubicBezTo>
                      <a:pt x="1598" y="5235"/>
                      <a:pt x="2165" y="5352"/>
                      <a:pt x="2710" y="5352"/>
                    </a:cubicBezTo>
                    <a:cubicBezTo>
                      <a:pt x="3411" y="5352"/>
                      <a:pt x="4075" y="5159"/>
                      <a:pt x="4287" y="5116"/>
                    </a:cubicBezTo>
                    <a:cubicBezTo>
                      <a:pt x="5063" y="4966"/>
                      <a:pt x="5139" y="4640"/>
                      <a:pt x="4863" y="4590"/>
                    </a:cubicBezTo>
                    <a:cubicBezTo>
                      <a:pt x="4835" y="4585"/>
                      <a:pt x="4808" y="4583"/>
                      <a:pt x="4782" y="4583"/>
                    </a:cubicBezTo>
                    <a:cubicBezTo>
                      <a:pt x="4558" y="4583"/>
                      <a:pt x="4361" y="4742"/>
                      <a:pt x="3963" y="4742"/>
                    </a:cubicBezTo>
                    <a:cubicBezTo>
                      <a:pt x="3938" y="4742"/>
                      <a:pt x="3912" y="4742"/>
                      <a:pt x="3885" y="4740"/>
                    </a:cubicBezTo>
                    <a:cubicBezTo>
                      <a:pt x="3409" y="4715"/>
                      <a:pt x="2708" y="4765"/>
                      <a:pt x="2106" y="3888"/>
                    </a:cubicBezTo>
                    <a:cubicBezTo>
                      <a:pt x="1505" y="3036"/>
                      <a:pt x="2106" y="1282"/>
                      <a:pt x="1880" y="555"/>
                    </a:cubicBezTo>
                    <a:cubicBezTo>
                      <a:pt x="1719" y="50"/>
                      <a:pt x="1427" y="1"/>
                      <a:pt x="1320" y="1"/>
                    </a:cubicBezTo>
                    <a:close/>
                  </a:path>
                </a:pathLst>
              </a:custGeom>
              <a:solidFill>
                <a:srgbClr val="F4C5B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" name="Google Shape;1597;p36">
            <a:extLst>
              <a:ext uri="{FF2B5EF4-FFF2-40B4-BE49-F238E27FC236}">
                <a16:creationId xmlns:a16="http://schemas.microsoft.com/office/drawing/2014/main" id="{7D3A787A-3630-C7FD-70B7-E5D60E1914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006" y="619929"/>
            <a:ext cx="825150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sz="2800" dirty="0"/>
              <a:t>The Problem - What are we forecasting and why?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>
          <a:extLst>
            <a:ext uri="{FF2B5EF4-FFF2-40B4-BE49-F238E27FC236}">
              <a16:creationId xmlns:a16="http://schemas.microsoft.com/office/drawing/2014/main" id="{747A063A-2E22-B2A7-C987-7D979C876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34">
            <a:extLst>
              <a:ext uri="{FF2B5EF4-FFF2-40B4-BE49-F238E27FC236}">
                <a16:creationId xmlns:a16="http://schemas.microsoft.com/office/drawing/2014/main" id="{36693508-B938-3D61-F904-94FED99D51E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56610" y="1563605"/>
            <a:ext cx="6343930" cy="314005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Data Source: Kaggle, Faina Café (a family-owned café located in Saudi Arabia)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Variable: A single time series of Sales figure.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Frequency: Monthly data </a:t>
            </a:r>
            <a:br>
              <a:rPr lang="en-US" sz="1200" dirty="0"/>
            </a:br>
            <a:endParaRPr lang="en-US"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Reliability Assessment: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Strengths: The data is structured and consistent for time series analysis.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Limitations: The limited data length may restrict complex seasonal models.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Assuming the data is clean and accurately represents the café’s sales.</a:t>
            </a:r>
            <a:endParaRPr sz="1200" dirty="0"/>
          </a:p>
        </p:txBody>
      </p:sp>
      <p:sp>
        <p:nvSpPr>
          <p:cNvPr id="6" name="Google Shape;1597;p36">
            <a:extLst>
              <a:ext uri="{FF2B5EF4-FFF2-40B4-BE49-F238E27FC236}">
                <a16:creationId xmlns:a16="http://schemas.microsoft.com/office/drawing/2014/main" id="{F26306B3-F9E5-04A6-2FE6-12ACE5B4F0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006" y="619929"/>
            <a:ext cx="825150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sz="2800" dirty="0"/>
              <a:t>The Data - Source and Reliability</a:t>
            </a:r>
          </a:p>
        </p:txBody>
      </p:sp>
      <p:grpSp>
        <p:nvGrpSpPr>
          <p:cNvPr id="60" name="Google Shape;1599;p36">
            <a:extLst>
              <a:ext uri="{FF2B5EF4-FFF2-40B4-BE49-F238E27FC236}">
                <a16:creationId xmlns:a16="http://schemas.microsoft.com/office/drawing/2014/main" id="{98CCD38A-7573-C50A-FFBA-16F4C4B6BBE9}"/>
              </a:ext>
            </a:extLst>
          </p:cNvPr>
          <p:cNvGrpSpPr/>
          <p:nvPr/>
        </p:nvGrpSpPr>
        <p:grpSpPr>
          <a:xfrm>
            <a:off x="7151077" y="2684584"/>
            <a:ext cx="1755121" cy="1497021"/>
            <a:chOff x="5705925" y="1464088"/>
            <a:chExt cx="3200273" cy="2717518"/>
          </a:xfrm>
        </p:grpSpPr>
        <p:grpSp>
          <p:nvGrpSpPr>
            <p:cNvPr id="61" name="Google Shape;1600;p36">
              <a:extLst>
                <a:ext uri="{FF2B5EF4-FFF2-40B4-BE49-F238E27FC236}">
                  <a16:creationId xmlns:a16="http://schemas.microsoft.com/office/drawing/2014/main" id="{DA5219C5-A40F-B152-51E3-80C7C24DC505}"/>
                </a:ext>
              </a:extLst>
            </p:cNvPr>
            <p:cNvGrpSpPr/>
            <p:nvPr/>
          </p:nvGrpSpPr>
          <p:grpSpPr>
            <a:xfrm>
              <a:off x="5705925" y="1464088"/>
              <a:ext cx="3200273" cy="2717518"/>
              <a:chOff x="5705925" y="1464088"/>
              <a:chExt cx="3200273" cy="2717518"/>
            </a:xfrm>
          </p:grpSpPr>
          <p:sp>
            <p:nvSpPr>
              <p:cNvPr id="63" name="Google Shape;1601;p36">
                <a:extLst>
                  <a:ext uri="{FF2B5EF4-FFF2-40B4-BE49-F238E27FC236}">
                    <a16:creationId xmlns:a16="http://schemas.microsoft.com/office/drawing/2014/main" id="{4A63D4CE-2D38-6F80-78B1-BD455FA35E14}"/>
                  </a:ext>
                </a:extLst>
              </p:cNvPr>
              <p:cNvSpPr/>
              <p:nvPr/>
            </p:nvSpPr>
            <p:spPr>
              <a:xfrm>
                <a:off x="5748801" y="2686691"/>
                <a:ext cx="3032955" cy="870948"/>
              </a:xfrm>
              <a:custGeom>
                <a:avLst/>
                <a:gdLst/>
                <a:ahLst/>
                <a:cxnLst/>
                <a:rect l="l" t="t" r="r" b="b"/>
                <a:pathLst>
                  <a:path w="35440" h="10177" extrusionOk="0">
                    <a:moveTo>
                      <a:pt x="22131" y="1"/>
                    </a:moveTo>
                    <a:lnTo>
                      <a:pt x="16968" y="6266"/>
                    </a:lnTo>
                    <a:lnTo>
                      <a:pt x="13159" y="3810"/>
                    </a:lnTo>
                    <a:lnTo>
                      <a:pt x="7570" y="9349"/>
                    </a:lnTo>
                    <a:lnTo>
                      <a:pt x="3610" y="7194"/>
                    </a:lnTo>
                    <a:lnTo>
                      <a:pt x="1" y="9775"/>
                    </a:lnTo>
                    <a:lnTo>
                      <a:pt x="276" y="10176"/>
                    </a:lnTo>
                    <a:lnTo>
                      <a:pt x="3660" y="7795"/>
                    </a:lnTo>
                    <a:lnTo>
                      <a:pt x="7645" y="9976"/>
                    </a:lnTo>
                    <a:lnTo>
                      <a:pt x="13209" y="4462"/>
                    </a:lnTo>
                    <a:lnTo>
                      <a:pt x="17068" y="6918"/>
                    </a:lnTo>
                    <a:lnTo>
                      <a:pt x="22131" y="778"/>
                    </a:lnTo>
                    <a:lnTo>
                      <a:pt x="27018" y="6316"/>
                    </a:lnTo>
                    <a:lnTo>
                      <a:pt x="30402" y="4136"/>
                    </a:lnTo>
                    <a:lnTo>
                      <a:pt x="35064" y="9374"/>
                    </a:lnTo>
                    <a:lnTo>
                      <a:pt x="35439" y="9023"/>
                    </a:lnTo>
                    <a:lnTo>
                      <a:pt x="30477" y="3459"/>
                    </a:lnTo>
                    <a:lnTo>
                      <a:pt x="27119" y="5640"/>
                    </a:lnTo>
                    <a:lnTo>
                      <a:pt x="2213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Google Shape;1602;p36">
                <a:extLst>
                  <a:ext uri="{FF2B5EF4-FFF2-40B4-BE49-F238E27FC236}">
                    <a16:creationId xmlns:a16="http://schemas.microsoft.com/office/drawing/2014/main" id="{9A4C4AA8-2CFC-3360-C180-A249BC03EA7C}"/>
                  </a:ext>
                </a:extLst>
              </p:cNvPr>
              <p:cNvSpPr/>
              <p:nvPr/>
            </p:nvSpPr>
            <p:spPr>
              <a:xfrm>
                <a:off x="8702348" y="3383745"/>
                <a:ext cx="126573" cy="124519"/>
              </a:xfrm>
              <a:custGeom>
                <a:avLst/>
                <a:gdLst/>
                <a:ahLst/>
                <a:cxnLst/>
                <a:rect l="l" t="t" r="r" b="b"/>
                <a:pathLst>
                  <a:path w="1479" h="1455" extrusionOk="0">
                    <a:moveTo>
                      <a:pt x="727" y="1"/>
                    </a:moveTo>
                    <a:cubicBezTo>
                      <a:pt x="326" y="1"/>
                      <a:pt x="0" y="327"/>
                      <a:pt x="0" y="728"/>
                    </a:cubicBezTo>
                    <a:cubicBezTo>
                      <a:pt x="0" y="1129"/>
                      <a:pt x="326" y="1455"/>
                      <a:pt x="727" y="1455"/>
                    </a:cubicBezTo>
                    <a:cubicBezTo>
                      <a:pt x="1153" y="1455"/>
                      <a:pt x="1479" y="1129"/>
                      <a:pt x="1479" y="728"/>
                    </a:cubicBezTo>
                    <a:cubicBezTo>
                      <a:pt x="1479" y="327"/>
                      <a:pt x="1153" y="1"/>
                      <a:pt x="72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603;p36">
                <a:extLst>
                  <a:ext uri="{FF2B5EF4-FFF2-40B4-BE49-F238E27FC236}">
                    <a16:creationId xmlns:a16="http://schemas.microsoft.com/office/drawing/2014/main" id="{A4DB6FAA-CE9D-32EC-8230-905F7197B95F}"/>
                  </a:ext>
                </a:extLst>
              </p:cNvPr>
              <p:cNvSpPr/>
              <p:nvPr/>
            </p:nvSpPr>
            <p:spPr>
              <a:xfrm>
                <a:off x="8003071" y="3134962"/>
                <a:ext cx="124519" cy="126658"/>
              </a:xfrm>
              <a:custGeom>
                <a:avLst/>
                <a:gdLst/>
                <a:ahLst/>
                <a:cxnLst/>
                <a:rect l="l" t="t" r="r" b="b"/>
                <a:pathLst>
                  <a:path w="1455" h="1480" extrusionOk="0">
                    <a:moveTo>
                      <a:pt x="728" y="1"/>
                    </a:moveTo>
                    <a:cubicBezTo>
                      <a:pt x="326" y="1"/>
                      <a:pt x="1" y="327"/>
                      <a:pt x="1" y="753"/>
                    </a:cubicBezTo>
                    <a:cubicBezTo>
                      <a:pt x="1" y="1154"/>
                      <a:pt x="326" y="1479"/>
                      <a:pt x="728" y="1479"/>
                    </a:cubicBezTo>
                    <a:cubicBezTo>
                      <a:pt x="1129" y="1479"/>
                      <a:pt x="1454" y="1154"/>
                      <a:pt x="1454" y="753"/>
                    </a:cubicBezTo>
                    <a:cubicBezTo>
                      <a:pt x="1454" y="327"/>
                      <a:pt x="1129" y="1"/>
                      <a:pt x="728" y="1"/>
                    </a:cubicBezTo>
                    <a:close/>
                  </a:path>
                </a:pathLst>
              </a:custGeom>
              <a:solidFill>
                <a:srgbClr val="F8C2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604;p36">
                <a:extLst>
                  <a:ext uri="{FF2B5EF4-FFF2-40B4-BE49-F238E27FC236}">
                    <a16:creationId xmlns:a16="http://schemas.microsoft.com/office/drawing/2014/main" id="{6FCDBFC4-E2D1-F6FD-D6BD-24BF5CA37529}"/>
                  </a:ext>
                </a:extLst>
              </p:cNvPr>
              <p:cNvSpPr/>
              <p:nvPr/>
            </p:nvSpPr>
            <p:spPr>
              <a:xfrm>
                <a:off x="8286171" y="2937614"/>
                <a:ext cx="126658" cy="124519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455" extrusionOk="0">
                    <a:moveTo>
                      <a:pt x="753" y="1"/>
                    </a:moveTo>
                    <a:cubicBezTo>
                      <a:pt x="327" y="1"/>
                      <a:pt x="1" y="327"/>
                      <a:pt x="1" y="728"/>
                    </a:cubicBezTo>
                    <a:cubicBezTo>
                      <a:pt x="1" y="1129"/>
                      <a:pt x="327" y="1455"/>
                      <a:pt x="753" y="1455"/>
                    </a:cubicBezTo>
                    <a:cubicBezTo>
                      <a:pt x="1154" y="1455"/>
                      <a:pt x="1480" y="1129"/>
                      <a:pt x="1480" y="728"/>
                    </a:cubicBezTo>
                    <a:cubicBezTo>
                      <a:pt x="1480" y="327"/>
                      <a:pt x="1154" y="1"/>
                      <a:pt x="75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605;p36">
                <a:extLst>
                  <a:ext uri="{FF2B5EF4-FFF2-40B4-BE49-F238E27FC236}">
                    <a16:creationId xmlns:a16="http://schemas.microsoft.com/office/drawing/2014/main" id="{7FDA856B-B6F0-4D46-3333-B44C5A2DA3A3}"/>
                  </a:ext>
                </a:extLst>
              </p:cNvPr>
              <p:cNvSpPr/>
              <p:nvPr/>
            </p:nvSpPr>
            <p:spPr>
              <a:xfrm>
                <a:off x="7580561" y="2656653"/>
                <a:ext cx="124433" cy="126658"/>
              </a:xfrm>
              <a:custGeom>
                <a:avLst/>
                <a:gdLst/>
                <a:ahLst/>
                <a:cxnLst/>
                <a:rect l="l" t="t" r="r" b="b"/>
                <a:pathLst>
                  <a:path w="1454" h="1480" extrusionOk="0">
                    <a:moveTo>
                      <a:pt x="727" y="1"/>
                    </a:moveTo>
                    <a:cubicBezTo>
                      <a:pt x="326" y="1"/>
                      <a:pt x="0" y="327"/>
                      <a:pt x="0" y="728"/>
                    </a:cubicBezTo>
                    <a:cubicBezTo>
                      <a:pt x="0" y="1129"/>
                      <a:pt x="326" y="1479"/>
                      <a:pt x="727" y="1479"/>
                    </a:cubicBezTo>
                    <a:cubicBezTo>
                      <a:pt x="1128" y="1479"/>
                      <a:pt x="1454" y="1129"/>
                      <a:pt x="1454" y="728"/>
                    </a:cubicBezTo>
                    <a:cubicBezTo>
                      <a:pt x="1454" y="327"/>
                      <a:pt x="1128" y="1"/>
                      <a:pt x="727" y="1"/>
                    </a:cubicBezTo>
                    <a:close/>
                  </a:path>
                </a:pathLst>
              </a:custGeom>
              <a:solidFill>
                <a:srgbClr val="F8C2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606;p36">
                <a:extLst>
                  <a:ext uri="{FF2B5EF4-FFF2-40B4-BE49-F238E27FC236}">
                    <a16:creationId xmlns:a16="http://schemas.microsoft.com/office/drawing/2014/main" id="{1E4CADE3-07D9-7976-A06D-F7CC0728EFAE}"/>
                  </a:ext>
                </a:extLst>
              </p:cNvPr>
              <p:cNvSpPr/>
              <p:nvPr/>
            </p:nvSpPr>
            <p:spPr>
              <a:xfrm>
                <a:off x="7157966" y="3169280"/>
                <a:ext cx="126658" cy="126658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480" extrusionOk="0">
                    <a:moveTo>
                      <a:pt x="753" y="1"/>
                    </a:moveTo>
                    <a:cubicBezTo>
                      <a:pt x="352" y="1"/>
                      <a:pt x="1" y="352"/>
                      <a:pt x="1" y="753"/>
                    </a:cubicBezTo>
                    <a:cubicBezTo>
                      <a:pt x="1" y="1154"/>
                      <a:pt x="352" y="1479"/>
                      <a:pt x="753" y="1479"/>
                    </a:cubicBezTo>
                    <a:cubicBezTo>
                      <a:pt x="1154" y="1479"/>
                      <a:pt x="1480" y="1154"/>
                      <a:pt x="1480" y="753"/>
                    </a:cubicBezTo>
                    <a:cubicBezTo>
                      <a:pt x="1480" y="352"/>
                      <a:pt x="1154" y="1"/>
                      <a:pt x="753" y="1"/>
                    </a:cubicBezTo>
                    <a:close/>
                  </a:path>
                </a:pathLst>
              </a:custGeom>
              <a:solidFill>
                <a:srgbClr val="F8C2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607;p36">
                <a:extLst>
                  <a:ext uri="{FF2B5EF4-FFF2-40B4-BE49-F238E27FC236}">
                    <a16:creationId xmlns:a16="http://schemas.microsoft.com/office/drawing/2014/main" id="{1D0499B8-FF46-4E81-B429-3F4EA3B43430}"/>
                  </a:ext>
                </a:extLst>
              </p:cNvPr>
              <p:cNvSpPr/>
              <p:nvPr/>
            </p:nvSpPr>
            <p:spPr>
              <a:xfrm>
                <a:off x="6819153" y="2999831"/>
                <a:ext cx="126573" cy="126658"/>
              </a:xfrm>
              <a:custGeom>
                <a:avLst/>
                <a:gdLst/>
                <a:ahLst/>
                <a:cxnLst/>
                <a:rect l="l" t="t" r="r" b="b"/>
                <a:pathLst>
                  <a:path w="1479" h="1480" extrusionOk="0">
                    <a:moveTo>
                      <a:pt x="727" y="1"/>
                    </a:moveTo>
                    <a:cubicBezTo>
                      <a:pt x="326" y="1"/>
                      <a:pt x="0" y="327"/>
                      <a:pt x="0" y="728"/>
                    </a:cubicBezTo>
                    <a:cubicBezTo>
                      <a:pt x="0" y="1154"/>
                      <a:pt x="326" y="1479"/>
                      <a:pt x="727" y="1479"/>
                    </a:cubicBezTo>
                    <a:cubicBezTo>
                      <a:pt x="1153" y="1479"/>
                      <a:pt x="1479" y="1154"/>
                      <a:pt x="1479" y="728"/>
                    </a:cubicBezTo>
                    <a:cubicBezTo>
                      <a:pt x="1479" y="327"/>
                      <a:pt x="1153" y="1"/>
                      <a:pt x="727" y="1"/>
                    </a:cubicBezTo>
                    <a:close/>
                  </a:path>
                </a:pathLst>
              </a:custGeom>
              <a:solidFill>
                <a:srgbClr val="F8C2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608;p36">
                <a:extLst>
                  <a:ext uri="{FF2B5EF4-FFF2-40B4-BE49-F238E27FC236}">
                    <a16:creationId xmlns:a16="http://schemas.microsoft.com/office/drawing/2014/main" id="{6CEB8252-B2DC-1F8F-F3E9-50F731928E9B}"/>
                  </a:ext>
                </a:extLst>
              </p:cNvPr>
              <p:cNvSpPr/>
              <p:nvPr/>
            </p:nvSpPr>
            <p:spPr>
              <a:xfrm>
                <a:off x="6351543" y="3445962"/>
                <a:ext cx="126658" cy="126658"/>
              </a:xfrm>
              <a:custGeom>
                <a:avLst/>
                <a:gdLst/>
                <a:ahLst/>
                <a:cxnLst/>
                <a:rect l="l" t="t" r="r" b="b"/>
                <a:pathLst>
                  <a:path w="1480" h="1480" extrusionOk="0">
                    <a:moveTo>
                      <a:pt x="752" y="1"/>
                    </a:moveTo>
                    <a:cubicBezTo>
                      <a:pt x="351" y="1"/>
                      <a:pt x="0" y="327"/>
                      <a:pt x="0" y="728"/>
                    </a:cubicBezTo>
                    <a:cubicBezTo>
                      <a:pt x="0" y="1154"/>
                      <a:pt x="351" y="1480"/>
                      <a:pt x="752" y="1480"/>
                    </a:cubicBezTo>
                    <a:cubicBezTo>
                      <a:pt x="1153" y="1480"/>
                      <a:pt x="1479" y="1154"/>
                      <a:pt x="1479" y="728"/>
                    </a:cubicBezTo>
                    <a:cubicBezTo>
                      <a:pt x="1479" y="327"/>
                      <a:pt x="1153" y="1"/>
                      <a:pt x="752" y="1"/>
                    </a:cubicBezTo>
                    <a:close/>
                  </a:path>
                </a:pathLst>
              </a:custGeom>
              <a:solidFill>
                <a:srgbClr val="F8C2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609;p36">
                <a:extLst>
                  <a:ext uri="{FF2B5EF4-FFF2-40B4-BE49-F238E27FC236}">
                    <a16:creationId xmlns:a16="http://schemas.microsoft.com/office/drawing/2014/main" id="{AEC2786D-A549-6D0E-5BEA-8C36BF793587}"/>
                  </a:ext>
                </a:extLst>
              </p:cNvPr>
              <p:cNvSpPr/>
              <p:nvPr/>
            </p:nvSpPr>
            <p:spPr>
              <a:xfrm>
                <a:off x="6019063" y="3261536"/>
                <a:ext cx="124519" cy="126658"/>
              </a:xfrm>
              <a:custGeom>
                <a:avLst/>
                <a:gdLst/>
                <a:ahLst/>
                <a:cxnLst/>
                <a:rect l="l" t="t" r="r" b="b"/>
                <a:pathLst>
                  <a:path w="1455" h="1480" extrusionOk="0">
                    <a:moveTo>
                      <a:pt x="727" y="0"/>
                    </a:moveTo>
                    <a:cubicBezTo>
                      <a:pt x="326" y="0"/>
                      <a:pt x="1" y="326"/>
                      <a:pt x="1" y="727"/>
                    </a:cubicBezTo>
                    <a:cubicBezTo>
                      <a:pt x="1" y="1153"/>
                      <a:pt x="326" y="1479"/>
                      <a:pt x="727" y="1479"/>
                    </a:cubicBezTo>
                    <a:cubicBezTo>
                      <a:pt x="1128" y="1479"/>
                      <a:pt x="1454" y="1153"/>
                      <a:pt x="1454" y="727"/>
                    </a:cubicBezTo>
                    <a:cubicBezTo>
                      <a:pt x="1454" y="326"/>
                      <a:pt x="1128" y="0"/>
                      <a:pt x="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610;p36">
                <a:extLst>
                  <a:ext uri="{FF2B5EF4-FFF2-40B4-BE49-F238E27FC236}">
                    <a16:creationId xmlns:a16="http://schemas.microsoft.com/office/drawing/2014/main" id="{3A01610E-13A0-3D0E-571F-724E6F82F7DA}"/>
                  </a:ext>
                </a:extLst>
              </p:cNvPr>
              <p:cNvSpPr/>
              <p:nvPr/>
            </p:nvSpPr>
            <p:spPr>
              <a:xfrm>
                <a:off x="6621805" y="1464088"/>
                <a:ext cx="1510059" cy="2655462"/>
              </a:xfrm>
              <a:custGeom>
                <a:avLst/>
                <a:gdLst/>
                <a:ahLst/>
                <a:cxnLst/>
                <a:rect l="l" t="t" r="r" b="b"/>
                <a:pathLst>
                  <a:path w="17645" h="31029" extrusionOk="0">
                    <a:moveTo>
                      <a:pt x="1755" y="1"/>
                    </a:moveTo>
                    <a:cubicBezTo>
                      <a:pt x="802" y="1"/>
                      <a:pt x="0" y="778"/>
                      <a:pt x="0" y="1755"/>
                    </a:cubicBezTo>
                    <a:lnTo>
                      <a:pt x="0" y="29274"/>
                    </a:lnTo>
                    <a:cubicBezTo>
                      <a:pt x="0" y="30252"/>
                      <a:pt x="802" y="31029"/>
                      <a:pt x="1755" y="31029"/>
                    </a:cubicBezTo>
                    <a:lnTo>
                      <a:pt x="15890" y="31029"/>
                    </a:lnTo>
                    <a:cubicBezTo>
                      <a:pt x="16868" y="31029"/>
                      <a:pt x="17644" y="30252"/>
                      <a:pt x="17644" y="29274"/>
                    </a:cubicBezTo>
                    <a:lnTo>
                      <a:pt x="17644" y="1755"/>
                    </a:lnTo>
                    <a:cubicBezTo>
                      <a:pt x="17644" y="778"/>
                      <a:pt x="16868" y="1"/>
                      <a:pt x="1589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611;p36">
                <a:extLst>
                  <a:ext uri="{FF2B5EF4-FFF2-40B4-BE49-F238E27FC236}">
                    <a16:creationId xmlns:a16="http://schemas.microsoft.com/office/drawing/2014/main" id="{6D5DC569-ABF0-F73C-1CCE-F808B2C7FB08}"/>
                  </a:ext>
                </a:extLst>
              </p:cNvPr>
              <p:cNvSpPr/>
              <p:nvPr/>
            </p:nvSpPr>
            <p:spPr>
              <a:xfrm>
                <a:off x="6729037" y="1700033"/>
                <a:ext cx="1291317" cy="2061365"/>
              </a:xfrm>
              <a:custGeom>
                <a:avLst/>
                <a:gdLst/>
                <a:ahLst/>
                <a:cxnLst/>
                <a:rect l="l" t="t" r="r" b="b"/>
                <a:pathLst>
                  <a:path w="15089" h="24087" extrusionOk="0">
                    <a:moveTo>
                      <a:pt x="0" y="1"/>
                    </a:moveTo>
                    <a:lnTo>
                      <a:pt x="0" y="24086"/>
                    </a:lnTo>
                    <a:lnTo>
                      <a:pt x="15088" y="24086"/>
                    </a:lnTo>
                    <a:lnTo>
                      <a:pt x="1508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612;p36">
                <a:extLst>
                  <a:ext uri="{FF2B5EF4-FFF2-40B4-BE49-F238E27FC236}">
                    <a16:creationId xmlns:a16="http://schemas.microsoft.com/office/drawing/2014/main" id="{19E9AE67-8C0F-5407-7C0E-97B2BD52C185}"/>
                  </a:ext>
                </a:extLst>
              </p:cNvPr>
              <p:cNvSpPr/>
              <p:nvPr/>
            </p:nvSpPr>
            <p:spPr>
              <a:xfrm>
                <a:off x="6924246" y="1541367"/>
                <a:ext cx="915877" cy="53659"/>
              </a:xfrm>
              <a:custGeom>
                <a:avLst/>
                <a:gdLst/>
                <a:ahLst/>
                <a:cxnLst/>
                <a:rect l="l" t="t" r="r" b="b"/>
                <a:pathLst>
                  <a:path w="10702" h="627" extrusionOk="0">
                    <a:moveTo>
                      <a:pt x="301" y="0"/>
                    </a:moveTo>
                    <a:cubicBezTo>
                      <a:pt x="150" y="0"/>
                      <a:pt x="0" y="150"/>
                      <a:pt x="0" y="301"/>
                    </a:cubicBezTo>
                    <a:cubicBezTo>
                      <a:pt x="0" y="476"/>
                      <a:pt x="150" y="627"/>
                      <a:pt x="301" y="627"/>
                    </a:cubicBezTo>
                    <a:lnTo>
                      <a:pt x="10401" y="627"/>
                    </a:lnTo>
                    <a:cubicBezTo>
                      <a:pt x="10552" y="627"/>
                      <a:pt x="10702" y="476"/>
                      <a:pt x="10702" y="301"/>
                    </a:cubicBezTo>
                    <a:cubicBezTo>
                      <a:pt x="10702" y="150"/>
                      <a:pt x="10552" y="0"/>
                      <a:pt x="1040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613;p36">
                <a:extLst>
                  <a:ext uri="{FF2B5EF4-FFF2-40B4-BE49-F238E27FC236}">
                    <a16:creationId xmlns:a16="http://schemas.microsoft.com/office/drawing/2014/main" id="{9602C9A6-D109-3E64-AABD-6D5D5906C3C6}"/>
                  </a:ext>
                </a:extLst>
              </p:cNvPr>
              <p:cNvSpPr/>
              <p:nvPr/>
            </p:nvSpPr>
            <p:spPr>
              <a:xfrm>
                <a:off x="8251853" y="2144025"/>
                <a:ext cx="148139" cy="145914"/>
              </a:xfrm>
              <a:custGeom>
                <a:avLst/>
                <a:gdLst/>
                <a:ahLst/>
                <a:cxnLst/>
                <a:rect l="l" t="t" r="r" b="b"/>
                <a:pathLst>
                  <a:path w="1731" h="1705" extrusionOk="0">
                    <a:moveTo>
                      <a:pt x="302" y="1"/>
                    </a:moveTo>
                    <a:lnTo>
                      <a:pt x="1" y="301"/>
                    </a:lnTo>
                    <a:lnTo>
                      <a:pt x="1430" y="1705"/>
                    </a:lnTo>
                    <a:lnTo>
                      <a:pt x="1730" y="1404"/>
                    </a:lnTo>
                    <a:lnTo>
                      <a:pt x="30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614;p36">
                <a:extLst>
                  <a:ext uri="{FF2B5EF4-FFF2-40B4-BE49-F238E27FC236}">
                    <a16:creationId xmlns:a16="http://schemas.microsoft.com/office/drawing/2014/main" id="{6EE761A3-D67F-5E08-B45D-9D2BD335D725}"/>
                  </a:ext>
                </a:extLst>
              </p:cNvPr>
              <p:cNvSpPr/>
              <p:nvPr/>
            </p:nvSpPr>
            <p:spPr>
              <a:xfrm>
                <a:off x="8254078" y="2144025"/>
                <a:ext cx="143774" cy="145914"/>
              </a:xfrm>
              <a:custGeom>
                <a:avLst/>
                <a:gdLst/>
                <a:ahLst/>
                <a:cxnLst/>
                <a:rect l="l" t="t" r="r" b="b"/>
                <a:pathLst>
                  <a:path w="1680" h="1705" extrusionOk="0">
                    <a:moveTo>
                      <a:pt x="1404" y="1"/>
                    </a:moveTo>
                    <a:lnTo>
                      <a:pt x="0" y="1404"/>
                    </a:lnTo>
                    <a:lnTo>
                      <a:pt x="276" y="1705"/>
                    </a:lnTo>
                    <a:lnTo>
                      <a:pt x="1679" y="301"/>
                    </a:lnTo>
                    <a:lnTo>
                      <a:pt x="140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615;p36">
                <a:extLst>
                  <a:ext uri="{FF2B5EF4-FFF2-40B4-BE49-F238E27FC236}">
                    <a16:creationId xmlns:a16="http://schemas.microsoft.com/office/drawing/2014/main" id="{685B3C38-2D71-C248-ABA3-14C3F582FDD6}"/>
                  </a:ext>
                </a:extLst>
              </p:cNvPr>
              <p:cNvSpPr/>
              <p:nvPr/>
            </p:nvSpPr>
            <p:spPr>
              <a:xfrm>
                <a:off x="8284031" y="1899521"/>
                <a:ext cx="622167" cy="92341"/>
              </a:xfrm>
              <a:custGeom>
                <a:avLst/>
                <a:gdLst/>
                <a:ahLst/>
                <a:cxnLst/>
                <a:rect l="l" t="t" r="r" b="b"/>
                <a:pathLst>
                  <a:path w="7270" h="1079" extrusionOk="0">
                    <a:moveTo>
                      <a:pt x="7094" y="1"/>
                    </a:moveTo>
                    <a:lnTo>
                      <a:pt x="6542" y="652"/>
                    </a:lnTo>
                    <a:cubicBezTo>
                      <a:pt x="6442" y="752"/>
                      <a:pt x="6317" y="803"/>
                      <a:pt x="6166" y="803"/>
                    </a:cubicBezTo>
                    <a:cubicBezTo>
                      <a:pt x="6041" y="803"/>
                      <a:pt x="5891" y="752"/>
                      <a:pt x="5815" y="627"/>
                    </a:cubicBezTo>
                    <a:lnTo>
                      <a:pt x="5565" y="326"/>
                    </a:lnTo>
                    <a:cubicBezTo>
                      <a:pt x="5440" y="176"/>
                      <a:pt x="5239" y="101"/>
                      <a:pt x="5064" y="76"/>
                    </a:cubicBezTo>
                    <a:cubicBezTo>
                      <a:pt x="4863" y="76"/>
                      <a:pt x="4688" y="151"/>
                      <a:pt x="4537" y="276"/>
                    </a:cubicBezTo>
                    <a:lnTo>
                      <a:pt x="4086" y="727"/>
                    </a:lnTo>
                    <a:cubicBezTo>
                      <a:pt x="3986" y="803"/>
                      <a:pt x="3861" y="853"/>
                      <a:pt x="3735" y="853"/>
                    </a:cubicBezTo>
                    <a:cubicBezTo>
                      <a:pt x="3585" y="853"/>
                      <a:pt x="3485" y="803"/>
                      <a:pt x="3384" y="702"/>
                    </a:cubicBezTo>
                    <a:lnTo>
                      <a:pt x="2983" y="276"/>
                    </a:lnTo>
                    <a:cubicBezTo>
                      <a:pt x="2858" y="126"/>
                      <a:pt x="2683" y="51"/>
                      <a:pt x="2482" y="51"/>
                    </a:cubicBezTo>
                    <a:cubicBezTo>
                      <a:pt x="2459" y="47"/>
                      <a:pt x="2437" y="46"/>
                      <a:pt x="2414" y="46"/>
                    </a:cubicBezTo>
                    <a:cubicBezTo>
                      <a:pt x="2262" y="46"/>
                      <a:pt x="2112" y="117"/>
                      <a:pt x="1981" y="226"/>
                    </a:cubicBezTo>
                    <a:lnTo>
                      <a:pt x="1455" y="727"/>
                    </a:lnTo>
                    <a:cubicBezTo>
                      <a:pt x="1370" y="812"/>
                      <a:pt x="1250" y="856"/>
                      <a:pt x="1129" y="856"/>
                    </a:cubicBezTo>
                    <a:cubicBezTo>
                      <a:pt x="999" y="856"/>
                      <a:pt x="868" y="806"/>
                      <a:pt x="778" y="702"/>
                    </a:cubicBezTo>
                    <a:lnTo>
                      <a:pt x="151" y="51"/>
                    </a:lnTo>
                    <a:lnTo>
                      <a:pt x="1" y="201"/>
                    </a:lnTo>
                    <a:lnTo>
                      <a:pt x="627" y="853"/>
                    </a:lnTo>
                    <a:cubicBezTo>
                      <a:pt x="756" y="994"/>
                      <a:pt x="937" y="1063"/>
                      <a:pt x="1120" y="1063"/>
                    </a:cubicBezTo>
                    <a:cubicBezTo>
                      <a:pt x="1294" y="1063"/>
                      <a:pt x="1470" y="1000"/>
                      <a:pt x="1605" y="878"/>
                    </a:cubicBezTo>
                    <a:lnTo>
                      <a:pt x="2131" y="376"/>
                    </a:lnTo>
                    <a:cubicBezTo>
                      <a:pt x="2231" y="301"/>
                      <a:pt x="2357" y="251"/>
                      <a:pt x="2482" y="251"/>
                    </a:cubicBezTo>
                    <a:cubicBezTo>
                      <a:pt x="2607" y="251"/>
                      <a:pt x="2733" y="326"/>
                      <a:pt x="2833" y="402"/>
                    </a:cubicBezTo>
                    <a:lnTo>
                      <a:pt x="3234" y="853"/>
                    </a:lnTo>
                    <a:cubicBezTo>
                      <a:pt x="3359" y="978"/>
                      <a:pt x="3535" y="1053"/>
                      <a:pt x="3710" y="1078"/>
                    </a:cubicBezTo>
                    <a:cubicBezTo>
                      <a:pt x="3911" y="1078"/>
                      <a:pt x="4086" y="1003"/>
                      <a:pt x="4211" y="878"/>
                    </a:cubicBezTo>
                    <a:lnTo>
                      <a:pt x="4688" y="427"/>
                    </a:lnTo>
                    <a:cubicBezTo>
                      <a:pt x="4788" y="326"/>
                      <a:pt x="4913" y="301"/>
                      <a:pt x="5039" y="301"/>
                    </a:cubicBezTo>
                    <a:cubicBezTo>
                      <a:pt x="5189" y="301"/>
                      <a:pt x="5314" y="376"/>
                      <a:pt x="5389" y="477"/>
                    </a:cubicBezTo>
                    <a:lnTo>
                      <a:pt x="5640" y="777"/>
                    </a:lnTo>
                    <a:cubicBezTo>
                      <a:pt x="5765" y="928"/>
                      <a:pt x="5966" y="1003"/>
                      <a:pt x="6166" y="1028"/>
                    </a:cubicBezTo>
                    <a:cubicBezTo>
                      <a:pt x="6367" y="1028"/>
                      <a:pt x="6567" y="928"/>
                      <a:pt x="6693" y="777"/>
                    </a:cubicBezTo>
                    <a:lnTo>
                      <a:pt x="7269" y="151"/>
                    </a:lnTo>
                    <a:lnTo>
                      <a:pt x="709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616;p36">
                <a:extLst>
                  <a:ext uri="{FF2B5EF4-FFF2-40B4-BE49-F238E27FC236}">
                    <a16:creationId xmlns:a16="http://schemas.microsoft.com/office/drawing/2014/main" id="{D760F646-CA15-A5DE-2EB6-D5F99C5F0626}"/>
                  </a:ext>
                </a:extLst>
              </p:cNvPr>
              <p:cNvSpPr/>
              <p:nvPr/>
            </p:nvSpPr>
            <p:spPr>
              <a:xfrm>
                <a:off x="6924246" y="1886684"/>
                <a:ext cx="368935" cy="238169"/>
              </a:xfrm>
              <a:custGeom>
                <a:avLst/>
                <a:gdLst/>
                <a:ahLst/>
                <a:cxnLst/>
                <a:rect l="l" t="t" r="r" b="b"/>
                <a:pathLst>
                  <a:path w="4311" h="2783" extrusionOk="0">
                    <a:moveTo>
                      <a:pt x="0" y="0"/>
                    </a:moveTo>
                    <a:lnTo>
                      <a:pt x="0" y="2782"/>
                    </a:lnTo>
                    <a:lnTo>
                      <a:pt x="4311" y="2782"/>
                    </a:lnTo>
                    <a:lnTo>
                      <a:pt x="4311" y="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617;p36">
                <a:extLst>
                  <a:ext uri="{FF2B5EF4-FFF2-40B4-BE49-F238E27FC236}">
                    <a16:creationId xmlns:a16="http://schemas.microsoft.com/office/drawing/2014/main" id="{B872C2E7-33FE-E4FD-9158-91C0E35EF165}"/>
                  </a:ext>
                </a:extLst>
              </p:cNvPr>
              <p:cNvSpPr/>
              <p:nvPr/>
            </p:nvSpPr>
            <p:spPr>
              <a:xfrm>
                <a:off x="6924246" y="2182622"/>
                <a:ext cx="482671" cy="238169"/>
              </a:xfrm>
              <a:custGeom>
                <a:avLst/>
                <a:gdLst/>
                <a:ahLst/>
                <a:cxnLst/>
                <a:rect l="l" t="t" r="r" b="b"/>
                <a:pathLst>
                  <a:path w="5640" h="2783" extrusionOk="0">
                    <a:moveTo>
                      <a:pt x="0" y="1"/>
                    </a:moveTo>
                    <a:lnTo>
                      <a:pt x="0" y="2758"/>
                    </a:lnTo>
                    <a:lnTo>
                      <a:pt x="5639" y="2783"/>
                    </a:lnTo>
                    <a:lnTo>
                      <a:pt x="563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Google Shape;1618;p36">
                <a:extLst>
                  <a:ext uri="{FF2B5EF4-FFF2-40B4-BE49-F238E27FC236}">
                    <a16:creationId xmlns:a16="http://schemas.microsoft.com/office/drawing/2014/main" id="{353D9CF6-CEDF-D94E-2B33-CC7EA42E53A4}"/>
                  </a:ext>
                </a:extLst>
              </p:cNvPr>
              <p:cNvSpPr/>
              <p:nvPr/>
            </p:nvSpPr>
            <p:spPr>
              <a:xfrm>
                <a:off x="6922107" y="2472226"/>
                <a:ext cx="1340611" cy="240309"/>
              </a:xfrm>
              <a:custGeom>
                <a:avLst/>
                <a:gdLst/>
                <a:ahLst/>
                <a:cxnLst/>
                <a:rect l="l" t="t" r="r" b="b"/>
                <a:pathLst>
                  <a:path w="15665" h="2808" extrusionOk="0">
                    <a:moveTo>
                      <a:pt x="25" y="0"/>
                    </a:moveTo>
                    <a:lnTo>
                      <a:pt x="0" y="2757"/>
                    </a:lnTo>
                    <a:lnTo>
                      <a:pt x="15664" y="2807"/>
                    </a:lnTo>
                    <a:lnTo>
                      <a:pt x="15664" y="25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Google Shape;1619;p36">
                <a:extLst>
                  <a:ext uri="{FF2B5EF4-FFF2-40B4-BE49-F238E27FC236}">
                    <a16:creationId xmlns:a16="http://schemas.microsoft.com/office/drawing/2014/main" id="{FF20CE4F-D991-58AF-BA67-E93A7551191E}"/>
                  </a:ext>
                </a:extLst>
              </p:cNvPr>
              <p:cNvSpPr/>
              <p:nvPr/>
            </p:nvSpPr>
            <p:spPr>
              <a:xfrm>
                <a:off x="6922107" y="2774668"/>
                <a:ext cx="763630" cy="238169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2783" extrusionOk="0">
                    <a:moveTo>
                      <a:pt x="0" y="0"/>
                    </a:moveTo>
                    <a:lnTo>
                      <a:pt x="0" y="2757"/>
                    </a:lnTo>
                    <a:lnTo>
                      <a:pt x="8922" y="2782"/>
                    </a:lnTo>
                    <a:lnTo>
                      <a:pt x="8922" y="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Google Shape;1620;p36">
                <a:extLst>
                  <a:ext uri="{FF2B5EF4-FFF2-40B4-BE49-F238E27FC236}">
                    <a16:creationId xmlns:a16="http://schemas.microsoft.com/office/drawing/2014/main" id="{B168F874-1C7B-94F3-403D-8163401D4D40}"/>
                  </a:ext>
                </a:extLst>
              </p:cNvPr>
              <p:cNvSpPr/>
              <p:nvPr/>
            </p:nvSpPr>
            <p:spPr>
              <a:xfrm>
                <a:off x="6922107" y="3070606"/>
                <a:ext cx="918017" cy="240309"/>
              </a:xfrm>
              <a:custGeom>
                <a:avLst/>
                <a:gdLst/>
                <a:ahLst/>
                <a:cxnLst/>
                <a:rect l="l" t="t" r="r" b="b"/>
                <a:pathLst>
                  <a:path w="10727" h="2808" extrusionOk="0">
                    <a:moveTo>
                      <a:pt x="0" y="1"/>
                    </a:moveTo>
                    <a:lnTo>
                      <a:pt x="0" y="2783"/>
                    </a:lnTo>
                    <a:lnTo>
                      <a:pt x="10727" y="2808"/>
                    </a:lnTo>
                    <a:lnTo>
                      <a:pt x="10727" y="2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Google Shape;1621;p36">
                <a:extLst>
                  <a:ext uri="{FF2B5EF4-FFF2-40B4-BE49-F238E27FC236}">
                    <a16:creationId xmlns:a16="http://schemas.microsoft.com/office/drawing/2014/main" id="{0A71927F-28ED-73C7-DD0A-1213CA1E89ED}"/>
                  </a:ext>
                </a:extLst>
              </p:cNvPr>
              <p:cNvSpPr/>
              <p:nvPr/>
            </p:nvSpPr>
            <p:spPr>
              <a:xfrm>
                <a:off x="6922107" y="3383745"/>
                <a:ext cx="1662306" cy="240394"/>
              </a:xfrm>
              <a:custGeom>
                <a:avLst/>
                <a:gdLst/>
                <a:ahLst/>
                <a:cxnLst/>
                <a:rect l="l" t="t" r="r" b="b"/>
                <a:pathLst>
                  <a:path w="19424" h="2809" extrusionOk="0">
                    <a:moveTo>
                      <a:pt x="0" y="1"/>
                    </a:moveTo>
                    <a:lnTo>
                      <a:pt x="0" y="2783"/>
                    </a:lnTo>
                    <a:lnTo>
                      <a:pt x="19424" y="2808"/>
                    </a:lnTo>
                    <a:lnTo>
                      <a:pt x="19424" y="5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Google Shape;1622;p36">
                <a:extLst>
                  <a:ext uri="{FF2B5EF4-FFF2-40B4-BE49-F238E27FC236}">
                    <a16:creationId xmlns:a16="http://schemas.microsoft.com/office/drawing/2014/main" id="{6CFCCF57-0B05-C546-1255-9F4FAE009D95}"/>
                  </a:ext>
                </a:extLst>
              </p:cNvPr>
              <p:cNvSpPr/>
              <p:nvPr/>
            </p:nvSpPr>
            <p:spPr>
              <a:xfrm>
                <a:off x="6209993" y="1526305"/>
                <a:ext cx="32264" cy="90201"/>
              </a:xfrm>
              <a:custGeom>
                <a:avLst/>
                <a:gdLst/>
                <a:ahLst/>
                <a:cxnLst/>
                <a:rect l="l" t="t" r="r" b="b"/>
                <a:pathLst>
                  <a:path w="377" h="1054" extrusionOk="0">
                    <a:moveTo>
                      <a:pt x="0" y="1"/>
                    </a:moveTo>
                    <a:lnTo>
                      <a:pt x="0" y="1053"/>
                    </a:lnTo>
                    <a:lnTo>
                      <a:pt x="376" y="1053"/>
                    </a:lnTo>
                    <a:lnTo>
                      <a:pt x="3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Google Shape;1623;p36">
                <a:extLst>
                  <a:ext uri="{FF2B5EF4-FFF2-40B4-BE49-F238E27FC236}">
                    <a16:creationId xmlns:a16="http://schemas.microsoft.com/office/drawing/2014/main" id="{5BB9D038-2CCD-F69D-C15F-ECB7824AC69E}"/>
                  </a:ext>
                </a:extLst>
              </p:cNvPr>
              <p:cNvSpPr/>
              <p:nvPr/>
            </p:nvSpPr>
            <p:spPr>
              <a:xfrm>
                <a:off x="6209993" y="1659297"/>
                <a:ext cx="32264" cy="90201"/>
              </a:xfrm>
              <a:custGeom>
                <a:avLst/>
                <a:gdLst/>
                <a:ahLst/>
                <a:cxnLst/>
                <a:rect l="l" t="t" r="r" b="b"/>
                <a:pathLst>
                  <a:path w="377" h="1054" extrusionOk="0">
                    <a:moveTo>
                      <a:pt x="0" y="1"/>
                    </a:moveTo>
                    <a:lnTo>
                      <a:pt x="0" y="1053"/>
                    </a:lnTo>
                    <a:lnTo>
                      <a:pt x="376" y="1053"/>
                    </a:lnTo>
                    <a:lnTo>
                      <a:pt x="3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Google Shape;1624;p36">
                <a:extLst>
                  <a:ext uri="{FF2B5EF4-FFF2-40B4-BE49-F238E27FC236}">
                    <a16:creationId xmlns:a16="http://schemas.microsoft.com/office/drawing/2014/main" id="{BF233C46-8739-7CEB-5DBC-1E687A8064A9}"/>
                  </a:ext>
                </a:extLst>
              </p:cNvPr>
              <p:cNvSpPr/>
              <p:nvPr/>
            </p:nvSpPr>
            <p:spPr>
              <a:xfrm>
                <a:off x="6209993" y="1792289"/>
                <a:ext cx="32264" cy="87976"/>
              </a:xfrm>
              <a:custGeom>
                <a:avLst/>
                <a:gdLst/>
                <a:ahLst/>
                <a:cxnLst/>
                <a:rect l="l" t="t" r="r" b="b"/>
                <a:pathLst>
                  <a:path w="377" h="1028" extrusionOk="0">
                    <a:moveTo>
                      <a:pt x="0" y="0"/>
                    </a:moveTo>
                    <a:lnTo>
                      <a:pt x="0" y="1028"/>
                    </a:lnTo>
                    <a:lnTo>
                      <a:pt x="376" y="1028"/>
                    </a:lnTo>
                    <a:lnTo>
                      <a:pt x="37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Google Shape;1625;p36">
                <a:extLst>
                  <a:ext uri="{FF2B5EF4-FFF2-40B4-BE49-F238E27FC236}">
                    <a16:creationId xmlns:a16="http://schemas.microsoft.com/office/drawing/2014/main" id="{156109F9-8F3C-1940-8A70-24BCEDECE80A}"/>
                  </a:ext>
                </a:extLst>
              </p:cNvPr>
              <p:cNvSpPr/>
              <p:nvPr/>
            </p:nvSpPr>
            <p:spPr>
              <a:xfrm>
                <a:off x="6209993" y="1925281"/>
                <a:ext cx="32264" cy="87976"/>
              </a:xfrm>
              <a:custGeom>
                <a:avLst/>
                <a:gdLst/>
                <a:ahLst/>
                <a:cxnLst/>
                <a:rect l="l" t="t" r="r" b="b"/>
                <a:pathLst>
                  <a:path w="377" h="1028" extrusionOk="0">
                    <a:moveTo>
                      <a:pt x="0" y="0"/>
                    </a:moveTo>
                    <a:lnTo>
                      <a:pt x="0" y="1028"/>
                    </a:lnTo>
                    <a:lnTo>
                      <a:pt x="376" y="1028"/>
                    </a:lnTo>
                    <a:lnTo>
                      <a:pt x="37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Google Shape;1626;p36">
                <a:extLst>
                  <a:ext uri="{FF2B5EF4-FFF2-40B4-BE49-F238E27FC236}">
                    <a16:creationId xmlns:a16="http://schemas.microsoft.com/office/drawing/2014/main" id="{90DAD652-7B26-C8D0-BAB2-CF0C298B4286}"/>
                  </a:ext>
                </a:extLst>
              </p:cNvPr>
              <p:cNvSpPr/>
              <p:nvPr/>
            </p:nvSpPr>
            <p:spPr>
              <a:xfrm>
                <a:off x="6209993" y="2058273"/>
                <a:ext cx="32264" cy="87976"/>
              </a:xfrm>
              <a:custGeom>
                <a:avLst/>
                <a:gdLst/>
                <a:ahLst/>
                <a:cxnLst/>
                <a:rect l="l" t="t" r="r" b="b"/>
                <a:pathLst>
                  <a:path w="377" h="1028" extrusionOk="0">
                    <a:moveTo>
                      <a:pt x="0" y="0"/>
                    </a:moveTo>
                    <a:lnTo>
                      <a:pt x="0" y="1028"/>
                    </a:lnTo>
                    <a:lnTo>
                      <a:pt x="376" y="1028"/>
                    </a:lnTo>
                    <a:lnTo>
                      <a:pt x="37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Google Shape;1627;p36">
                <a:extLst>
                  <a:ext uri="{FF2B5EF4-FFF2-40B4-BE49-F238E27FC236}">
                    <a16:creationId xmlns:a16="http://schemas.microsoft.com/office/drawing/2014/main" id="{82BA744C-86DC-54B0-A893-FEB8694B9F30}"/>
                  </a:ext>
                </a:extLst>
              </p:cNvPr>
              <p:cNvSpPr/>
              <p:nvPr/>
            </p:nvSpPr>
            <p:spPr>
              <a:xfrm>
                <a:off x="6209993" y="2189126"/>
                <a:ext cx="32264" cy="90116"/>
              </a:xfrm>
              <a:custGeom>
                <a:avLst/>
                <a:gdLst/>
                <a:ahLst/>
                <a:cxnLst/>
                <a:rect l="l" t="t" r="r" b="b"/>
                <a:pathLst>
                  <a:path w="377" h="1053" extrusionOk="0">
                    <a:moveTo>
                      <a:pt x="0" y="0"/>
                    </a:moveTo>
                    <a:lnTo>
                      <a:pt x="0" y="1053"/>
                    </a:lnTo>
                    <a:lnTo>
                      <a:pt x="376" y="1053"/>
                    </a:lnTo>
                    <a:lnTo>
                      <a:pt x="37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Google Shape;1628;p36">
                <a:extLst>
                  <a:ext uri="{FF2B5EF4-FFF2-40B4-BE49-F238E27FC236}">
                    <a16:creationId xmlns:a16="http://schemas.microsoft.com/office/drawing/2014/main" id="{E13567D6-9DF5-5670-34E8-9A1DC9493C2D}"/>
                  </a:ext>
                </a:extLst>
              </p:cNvPr>
              <p:cNvSpPr/>
              <p:nvPr/>
            </p:nvSpPr>
            <p:spPr>
              <a:xfrm>
                <a:off x="6209993" y="2322033"/>
                <a:ext cx="32264" cy="90201"/>
              </a:xfrm>
              <a:custGeom>
                <a:avLst/>
                <a:gdLst/>
                <a:ahLst/>
                <a:cxnLst/>
                <a:rect l="l" t="t" r="r" b="b"/>
                <a:pathLst>
                  <a:path w="377" h="1054" extrusionOk="0">
                    <a:moveTo>
                      <a:pt x="0" y="1"/>
                    </a:moveTo>
                    <a:lnTo>
                      <a:pt x="0" y="1054"/>
                    </a:lnTo>
                    <a:lnTo>
                      <a:pt x="376" y="1054"/>
                    </a:lnTo>
                    <a:lnTo>
                      <a:pt x="3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Google Shape;1629;p36">
                <a:extLst>
                  <a:ext uri="{FF2B5EF4-FFF2-40B4-BE49-F238E27FC236}">
                    <a16:creationId xmlns:a16="http://schemas.microsoft.com/office/drawing/2014/main" id="{9726E3E7-DA23-0A40-F29C-1630ACCEE096}"/>
                  </a:ext>
                </a:extLst>
              </p:cNvPr>
              <p:cNvSpPr/>
              <p:nvPr/>
            </p:nvSpPr>
            <p:spPr>
              <a:xfrm>
                <a:off x="5705925" y="3079249"/>
                <a:ext cx="570647" cy="32264"/>
              </a:xfrm>
              <a:custGeom>
                <a:avLst/>
                <a:gdLst/>
                <a:ahLst/>
                <a:cxnLst/>
                <a:rect l="l" t="t" r="r" b="b"/>
                <a:pathLst>
                  <a:path w="6668" h="377" extrusionOk="0">
                    <a:moveTo>
                      <a:pt x="0" y="0"/>
                    </a:moveTo>
                    <a:lnTo>
                      <a:pt x="0" y="376"/>
                    </a:lnTo>
                    <a:lnTo>
                      <a:pt x="6667" y="376"/>
                    </a:lnTo>
                    <a:lnTo>
                      <a:pt x="666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630;p36">
                <a:extLst>
                  <a:ext uri="{FF2B5EF4-FFF2-40B4-BE49-F238E27FC236}">
                    <a16:creationId xmlns:a16="http://schemas.microsoft.com/office/drawing/2014/main" id="{4117C990-B5FC-3D49-A377-191D1963718F}"/>
                  </a:ext>
                </a:extLst>
              </p:cNvPr>
              <p:cNvSpPr/>
              <p:nvPr/>
            </p:nvSpPr>
            <p:spPr>
              <a:xfrm>
                <a:off x="5928947" y="2974071"/>
                <a:ext cx="315448" cy="32264"/>
              </a:xfrm>
              <a:custGeom>
                <a:avLst/>
                <a:gdLst/>
                <a:ahLst/>
                <a:cxnLst/>
                <a:rect l="l" t="t" r="r" b="b"/>
                <a:pathLst>
                  <a:path w="3686" h="377" extrusionOk="0">
                    <a:moveTo>
                      <a:pt x="1" y="1"/>
                    </a:moveTo>
                    <a:lnTo>
                      <a:pt x="1" y="377"/>
                    </a:lnTo>
                    <a:lnTo>
                      <a:pt x="3685" y="377"/>
                    </a:lnTo>
                    <a:lnTo>
                      <a:pt x="368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631;p36">
                <a:extLst>
                  <a:ext uri="{FF2B5EF4-FFF2-40B4-BE49-F238E27FC236}">
                    <a16:creationId xmlns:a16="http://schemas.microsoft.com/office/drawing/2014/main" id="{6E367C21-9D93-102C-2A3A-8A26F31E8CDF}"/>
                  </a:ext>
                </a:extLst>
              </p:cNvPr>
              <p:cNvSpPr/>
              <p:nvPr/>
            </p:nvSpPr>
            <p:spPr>
              <a:xfrm>
                <a:off x="6360101" y="3181090"/>
                <a:ext cx="377579" cy="1000516"/>
              </a:xfrm>
              <a:custGeom>
                <a:avLst/>
                <a:gdLst/>
                <a:ahLst/>
                <a:cxnLst/>
                <a:rect l="l" t="t" r="r" b="b"/>
                <a:pathLst>
                  <a:path w="4412" h="11691" extrusionOk="0">
                    <a:moveTo>
                      <a:pt x="1777" y="1"/>
                    </a:moveTo>
                    <a:cubicBezTo>
                      <a:pt x="1539" y="1"/>
                      <a:pt x="1255" y="106"/>
                      <a:pt x="903" y="414"/>
                    </a:cubicBezTo>
                    <a:cubicBezTo>
                      <a:pt x="903" y="414"/>
                      <a:pt x="1" y="2219"/>
                      <a:pt x="502" y="5477"/>
                    </a:cubicBezTo>
                    <a:cubicBezTo>
                      <a:pt x="1028" y="8735"/>
                      <a:pt x="2707" y="9687"/>
                      <a:pt x="1855" y="11091"/>
                    </a:cubicBezTo>
                    <a:cubicBezTo>
                      <a:pt x="1780" y="11241"/>
                      <a:pt x="1379" y="11467"/>
                      <a:pt x="1404" y="11617"/>
                    </a:cubicBezTo>
                    <a:cubicBezTo>
                      <a:pt x="1411" y="11664"/>
                      <a:pt x="1496" y="11691"/>
                      <a:pt x="1621" y="11691"/>
                    </a:cubicBezTo>
                    <a:cubicBezTo>
                      <a:pt x="1970" y="11691"/>
                      <a:pt x="2628" y="11480"/>
                      <a:pt x="2757" y="10890"/>
                    </a:cubicBezTo>
                    <a:cubicBezTo>
                      <a:pt x="2757" y="10890"/>
                      <a:pt x="3158" y="9186"/>
                      <a:pt x="2657" y="6905"/>
                    </a:cubicBezTo>
                    <a:cubicBezTo>
                      <a:pt x="2056" y="4123"/>
                      <a:pt x="4412" y="1818"/>
                      <a:pt x="2507" y="314"/>
                    </a:cubicBezTo>
                    <a:cubicBezTo>
                      <a:pt x="2310" y="173"/>
                      <a:pt x="2081" y="1"/>
                      <a:pt x="1777" y="1"/>
                    </a:cubicBezTo>
                    <a:close/>
                  </a:path>
                </a:pathLst>
              </a:custGeom>
              <a:solidFill>
                <a:srgbClr val="8050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632;p36">
                <a:extLst>
                  <a:ext uri="{FF2B5EF4-FFF2-40B4-BE49-F238E27FC236}">
                    <a16:creationId xmlns:a16="http://schemas.microsoft.com/office/drawing/2014/main" id="{B8CB690B-45BD-45DA-1698-9BAADBBAB5A6}"/>
                  </a:ext>
                </a:extLst>
              </p:cNvPr>
              <p:cNvSpPr/>
              <p:nvPr/>
            </p:nvSpPr>
            <p:spPr>
              <a:xfrm>
                <a:off x="6508069" y="3132395"/>
                <a:ext cx="538298" cy="639026"/>
              </a:xfrm>
              <a:custGeom>
                <a:avLst/>
                <a:gdLst/>
                <a:ahLst/>
                <a:cxnLst/>
                <a:rect l="l" t="t" r="r" b="b"/>
                <a:pathLst>
                  <a:path w="6290" h="7467" extrusionOk="0">
                    <a:moveTo>
                      <a:pt x="2249" y="0"/>
                    </a:moveTo>
                    <a:cubicBezTo>
                      <a:pt x="2218" y="0"/>
                      <a:pt x="2187" y="2"/>
                      <a:pt x="2156" y="6"/>
                    </a:cubicBezTo>
                    <a:cubicBezTo>
                      <a:pt x="1404" y="81"/>
                      <a:pt x="1" y="858"/>
                      <a:pt x="1204" y="2838"/>
                    </a:cubicBezTo>
                    <a:cubicBezTo>
                      <a:pt x="1630" y="3565"/>
                      <a:pt x="3034" y="3840"/>
                      <a:pt x="3785" y="4768"/>
                    </a:cubicBezTo>
                    <a:cubicBezTo>
                      <a:pt x="4312" y="5394"/>
                      <a:pt x="903" y="4918"/>
                      <a:pt x="1028" y="6722"/>
                    </a:cubicBezTo>
                    <a:cubicBezTo>
                      <a:pt x="1028" y="6722"/>
                      <a:pt x="1050" y="7467"/>
                      <a:pt x="1190" y="7467"/>
                    </a:cubicBezTo>
                    <a:cubicBezTo>
                      <a:pt x="1202" y="7467"/>
                      <a:pt x="1215" y="7461"/>
                      <a:pt x="1229" y="7449"/>
                    </a:cubicBezTo>
                    <a:cubicBezTo>
                      <a:pt x="1429" y="7299"/>
                      <a:pt x="1480" y="6522"/>
                      <a:pt x="1780" y="6497"/>
                    </a:cubicBezTo>
                    <a:cubicBezTo>
                      <a:pt x="1794" y="6496"/>
                      <a:pt x="1813" y="6495"/>
                      <a:pt x="1837" y="6495"/>
                    </a:cubicBezTo>
                    <a:cubicBezTo>
                      <a:pt x="1995" y="6495"/>
                      <a:pt x="2377" y="6514"/>
                      <a:pt x="2853" y="6514"/>
                    </a:cubicBezTo>
                    <a:cubicBezTo>
                      <a:pt x="4129" y="6514"/>
                      <a:pt x="6079" y="6383"/>
                      <a:pt x="6166" y="5419"/>
                    </a:cubicBezTo>
                    <a:cubicBezTo>
                      <a:pt x="6289" y="4093"/>
                      <a:pt x="3765" y="0"/>
                      <a:pt x="2249" y="0"/>
                    </a:cubicBezTo>
                    <a:close/>
                  </a:path>
                </a:pathLst>
              </a:custGeom>
              <a:solidFill>
                <a:srgbClr val="8050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633;p36">
                <a:extLst>
                  <a:ext uri="{FF2B5EF4-FFF2-40B4-BE49-F238E27FC236}">
                    <a16:creationId xmlns:a16="http://schemas.microsoft.com/office/drawing/2014/main" id="{0AF9B885-1DE8-AB9A-C736-3B89C7388462}"/>
                  </a:ext>
                </a:extLst>
              </p:cNvPr>
              <p:cNvSpPr/>
              <p:nvPr/>
            </p:nvSpPr>
            <p:spPr>
              <a:xfrm>
                <a:off x="6383721" y="3112198"/>
                <a:ext cx="686437" cy="943348"/>
              </a:xfrm>
              <a:custGeom>
                <a:avLst/>
                <a:gdLst/>
                <a:ahLst/>
                <a:cxnLst/>
                <a:rect l="l" t="t" r="r" b="b"/>
                <a:pathLst>
                  <a:path w="8021" h="11023" extrusionOk="0">
                    <a:moveTo>
                      <a:pt x="3565" y="0"/>
                    </a:moveTo>
                    <a:cubicBezTo>
                      <a:pt x="3065" y="0"/>
                      <a:pt x="2518" y="265"/>
                      <a:pt x="2281" y="943"/>
                    </a:cubicBezTo>
                    <a:cubicBezTo>
                      <a:pt x="1983" y="663"/>
                      <a:pt x="1657" y="451"/>
                      <a:pt x="1347" y="451"/>
                    </a:cubicBezTo>
                    <a:cubicBezTo>
                      <a:pt x="745" y="451"/>
                      <a:pt x="208" y="1252"/>
                      <a:pt x="75" y="3901"/>
                    </a:cubicBezTo>
                    <a:cubicBezTo>
                      <a:pt x="0" y="5329"/>
                      <a:pt x="226" y="6658"/>
                      <a:pt x="301" y="7234"/>
                    </a:cubicBezTo>
                    <a:cubicBezTo>
                      <a:pt x="376" y="7836"/>
                      <a:pt x="1679" y="10943"/>
                      <a:pt x="1679" y="10943"/>
                    </a:cubicBezTo>
                    <a:cubicBezTo>
                      <a:pt x="1810" y="11000"/>
                      <a:pt x="1934" y="11022"/>
                      <a:pt x="2046" y="11022"/>
                    </a:cubicBezTo>
                    <a:cubicBezTo>
                      <a:pt x="2428" y="11022"/>
                      <a:pt x="2682" y="10768"/>
                      <a:pt x="2682" y="10768"/>
                    </a:cubicBezTo>
                    <a:cubicBezTo>
                      <a:pt x="2882" y="9866"/>
                      <a:pt x="2532" y="7610"/>
                      <a:pt x="2406" y="6658"/>
                    </a:cubicBezTo>
                    <a:cubicBezTo>
                      <a:pt x="2331" y="6081"/>
                      <a:pt x="2707" y="4578"/>
                      <a:pt x="2983" y="3500"/>
                    </a:cubicBezTo>
                    <a:cubicBezTo>
                      <a:pt x="3233" y="3675"/>
                      <a:pt x="3509" y="3851"/>
                      <a:pt x="3835" y="4026"/>
                    </a:cubicBezTo>
                    <a:cubicBezTo>
                      <a:pt x="3835" y="4026"/>
                      <a:pt x="5489" y="4828"/>
                      <a:pt x="5138" y="5154"/>
                    </a:cubicBezTo>
                    <a:cubicBezTo>
                      <a:pt x="4888" y="5380"/>
                      <a:pt x="3735" y="5405"/>
                      <a:pt x="3133" y="5680"/>
                    </a:cubicBezTo>
                    <a:cubicBezTo>
                      <a:pt x="3133" y="5680"/>
                      <a:pt x="3008" y="6332"/>
                      <a:pt x="3409" y="6808"/>
                    </a:cubicBezTo>
                    <a:cubicBezTo>
                      <a:pt x="3409" y="6808"/>
                      <a:pt x="3921" y="6872"/>
                      <a:pt x="4593" y="6872"/>
                    </a:cubicBezTo>
                    <a:cubicBezTo>
                      <a:pt x="5759" y="6872"/>
                      <a:pt x="7408" y="6680"/>
                      <a:pt x="7695" y="5630"/>
                    </a:cubicBezTo>
                    <a:cubicBezTo>
                      <a:pt x="8020" y="4402"/>
                      <a:pt x="5940" y="1244"/>
                      <a:pt x="4211" y="166"/>
                    </a:cubicBezTo>
                    <a:cubicBezTo>
                      <a:pt x="4032" y="61"/>
                      <a:pt x="3804" y="0"/>
                      <a:pt x="356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634;p36">
                <a:extLst>
                  <a:ext uri="{FF2B5EF4-FFF2-40B4-BE49-F238E27FC236}">
                    <a16:creationId xmlns:a16="http://schemas.microsoft.com/office/drawing/2014/main" id="{BB18E78E-B1E5-662A-7891-8788C472D84C}"/>
                  </a:ext>
                </a:extLst>
              </p:cNvPr>
              <p:cNvSpPr/>
              <p:nvPr/>
            </p:nvSpPr>
            <p:spPr>
              <a:xfrm>
                <a:off x="6426597" y="3112198"/>
                <a:ext cx="450493" cy="162345"/>
              </a:xfrm>
              <a:custGeom>
                <a:avLst/>
                <a:gdLst/>
                <a:ahLst/>
                <a:cxnLst/>
                <a:rect l="l" t="t" r="r" b="b"/>
                <a:pathLst>
                  <a:path w="5264" h="1897" extrusionOk="0">
                    <a:moveTo>
                      <a:pt x="3064" y="0"/>
                    </a:moveTo>
                    <a:cubicBezTo>
                      <a:pt x="2564" y="0"/>
                      <a:pt x="2017" y="265"/>
                      <a:pt x="1780" y="943"/>
                    </a:cubicBezTo>
                    <a:cubicBezTo>
                      <a:pt x="1504" y="692"/>
                      <a:pt x="1194" y="526"/>
                      <a:pt x="893" y="526"/>
                    </a:cubicBezTo>
                    <a:cubicBezTo>
                      <a:pt x="565" y="526"/>
                      <a:pt x="249" y="723"/>
                      <a:pt x="1" y="1219"/>
                    </a:cubicBezTo>
                    <a:cubicBezTo>
                      <a:pt x="192" y="1662"/>
                      <a:pt x="1384" y="1896"/>
                      <a:pt x="2684" y="1896"/>
                    </a:cubicBezTo>
                    <a:cubicBezTo>
                      <a:pt x="3592" y="1896"/>
                      <a:pt x="4553" y="1782"/>
                      <a:pt x="5264" y="1545"/>
                    </a:cubicBezTo>
                    <a:cubicBezTo>
                      <a:pt x="5113" y="1395"/>
                      <a:pt x="4988" y="1244"/>
                      <a:pt x="4863" y="1119"/>
                    </a:cubicBezTo>
                    <a:cubicBezTo>
                      <a:pt x="4487" y="743"/>
                      <a:pt x="4086" y="392"/>
                      <a:pt x="3710" y="166"/>
                    </a:cubicBezTo>
                    <a:cubicBezTo>
                      <a:pt x="3531" y="61"/>
                      <a:pt x="3303" y="0"/>
                      <a:pt x="306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Google Shape;1635;p36">
                <a:extLst>
                  <a:ext uri="{FF2B5EF4-FFF2-40B4-BE49-F238E27FC236}">
                    <a16:creationId xmlns:a16="http://schemas.microsoft.com/office/drawing/2014/main" id="{9B7A0E54-5E40-0E74-CA46-81A6CABB5064}"/>
                  </a:ext>
                </a:extLst>
              </p:cNvPr>
              <p:cNvSpPr/>
              <p:nvPr/>
            </p:nvSpPr>
            <p:spPr>
              <a:xfrm>
                <a:off x="6409481" y="3280792"/>
                <a:ext cx="85837" cy="66581"/>
              </a:xfrm>
              <a:custGeom>
                <a:avLst/>
                <a:gdLst/>
                <a:ahLst/>
                <a:cxnLst/>
                <a:rect l="l" t="t" r="r" b="b"/>
                <a:pathLst>
                  <a:path w="1003" h="778" extrusionOk="0">
                    <a:moveTo>
                      <a:pt x="952" y="1"/>
                    </a:moveTo>
                    <a:lnTo>
                      <a:pt x="927" y="26"/>
                    </a:lnTo>
                    <a:cubicBezTo>
                      <a:pt x="802" y="602"/>
                      <a:pt x="426" y="703"/>
                      <a:pt x="25" y="703"/>
                    </a:cubicBezTo>
                    <a:lnTo>
                      <a:pt x="0" y="753"/>
                    </a:lnTo>
                    <a:lnTo>
                      <a:pt x="25" y="778"/>
                    </a:lnTo>
                    <a:cubicBezTo>
                      <a:pt x="426" y="778"/>
                      <a:pt x="852" y="678"/>
                      <a:pt x="1003" y="51"/>
                    </a:cubicBezTo>
                    <a:lnTo>
                      <a:pt x="95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636;p36">
                <a:extLst>
                  <a:ext uri="{FF2B5EF4-FFF2-40B4-BE49-F238E27FC236}">
                    <a16:creationId xmlns:a16="http://schemas.microsoft.com/office/drawing/2014/main" id="{76F767ED-C82C-AB88-FE40-71CACD2E255C}"/>
                  </a:ext>
                </a:extLst>
              </p:cNvPr>
              <p:cNvSpPr/>
              <p:nvPr/>
            </p:nvSpPr>
            <p:spPr>
              <a:xfrm>
                <a:off x="6838409" y="3272234"/>
                <a:ext cx="81558" cy="68721"/>
              </a:xfrm>
              <a:custGeom>
                <a:avLst/>
                <a:gdLst/>
                <a:ahLst/>
                <a:cxnLst/>
                <a:rect l="l" t="t" r="r" b="b"/>
                <a:pathLst>
                  <a:path w="953" h="803" extrusionOk="0">
                    <a:moveTo>
                      <a:pt x="26" y="1"/>
                    </a:moveTo>
                    <a:lnTo>
                      <a:pt x="1" y="51"/>
                    </a:lnTo>
                    <a:cubicBezTo>
                      <a:pt x="101" y="527"/>
                      <a:pt x="377" y="753"/>
                      <a:pt x="903" y="803"/>
                    </a:cubicBezTo>
                    <a:lnTo>
                      <a:pt x="953" y="778"/>
                    </a:lnTo>
                    <a:lnTo>
                      <a:pt x="928" y="728"/>
                    </a:lnTo>
                    <a:cubicBezTo>
                      <a:pt x="427" y="702"/>
                      <a:pt x="151" y="477"/>
                      <a:pt x="76" y="26"/>
                    </a:cubicBezTo>
                    <a:lnTo>
                      <a:pt x="2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637;p36">
                <a:extLst>
                  <a:ext uri="{FF2B5EF4-FFF2-40B4-BE49-F238E27FC236}">
                    <a16:creationId xmlns:a16="http://schemas.microsoft.com/office/drawing/2014/main" id="{16296642-C55E-F08A-8E47-D0D378A46A51}"/>
                  </a:ext>
                </a:extLst>
              </p:cNvPr>
              <p:cNvSpPr/>
              <p:nvPr/>
            </p:nvSpPr>
            <p:spPr>
              <a:xfrm>
                <a:off x="6263566" y="2466749"/>
                <a:ext cx="532051" cy="582372"/>
              </a:xfrm>
              <a:custGeom>
                <a:avLst/>
                <a:gdLst/>
                <a:ahLst/>
                <a:cxnLst/>
                <a:rect l="l" t="t" r="r" b="b"/>
                <a:pathLst>
                  <a:path w="6217" h="6805" extrusionOk="0">
                    <a:moveTo>
                      <a:pt x="4103" y="1"/>
                    </a:moveTo>
                    <a:cubicBezTo>
                      <a:pt x="3644" y="1"/>
                      <a:pt x="3129" y="232"/>
                      <a:pt x="2708" y="967"/>
                    </a:cubicBezTo>
                    <a:cubicBezTo>
                      <a:pt x="2507" y="1292"/>
                      <a:pt x="2307" y="1894"/>
                      <a:pt x="1605" y="2044"/>
                    </a:cubicBezTo>
                    <a:cubicBezTo>
                      <a:pt x="1104" y="2170"/>
                      <a:pt x="1" y="2896"/>
                      <a:pt x="878" y="4225"/>
                    </a:cubicBezTo>
                    <a:cubicBezTo>
                      <a:pt x="1730" y="5578"/>
                      <a:pt x="126" y="5728"/>
                      <a:pt x="1078" y="6230"/>
                    </a:cubicBezTo>
                    <a:cubicBezTo>
                      <a:pt x="1802" y="6635"/>
                      <a:pt x="2388" y="6804"/>
                      <a:pt x="2872" y="6804"/>
                    </a:cubicBezTo>
                    <a:cubicBezTo>
                      <a:pt x="4064" y="6804"/>
                      <a:pt x="4639" y="5778"/>
                      <a:pt x="5139" y="4726"/>
                    </a:cubicBezTo>
                    <a:cubicBezTo>
                      <a:pt x="6216" y="2420"/>
                      <a:pt x="5916" y="1267"/>
                      <a:pt x="5214" y="465"/>
                    </a:cubicBezTo>
                    <a:cubicBezTo>
                      <a:pt x="5032" y="270"/>
                      <a:pt x="4599" y="1"/>
                      <a:pt x="41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638;p36">
                <a:extLst>
                  <a:ext uri="{FF2B5EF4-FFF2-40B4-BE49-F238E27FC236}">
                    <a16:creationId xmlns:a16="http://schemas.microsoft.com/office/drawing/2014/main" id="{5C4BBFEC-EDD2-06B2-C587-9660A851A2BA}"/>
                  </a:ext>
                </a:extLst>
              </p:cNvPr>
              <p:cNvSpPr/>
              <p:nvPr/>
            </p:nvSpPr>
            <p:spPr>
              <a:xfrm>
                <a:off x="6398697" y="2719554"/>
                <a:ext cx="443133" cy="532736"/>
              </a:xfrm>
              <a:custGeom>
                <a:avLst/>
                <a:gdLst/>
                <a:ahLst/>
                <a:cxnLst/>
                <a:rect l="l" t="t" r="r" b="b"/>
                <a:pathLst>
                  <a:path w="5178" h="6225" extrusionOk="0">
                    <a:moveTo>
                      <a:pt x="3210" y="1"/>
                    </a:moveTo>
                    <a:cubicBezTo>
                      <a:pt x="2905" y="1"/>
                      <a:pt x="2602" y="45"/>
                      <a:pt x="2357" y="68"/>
                    </a:cubicBezTo>
                    <a:cubicBezTo>
                      <a:pt x="1429" y="168"/>
                      <a:pt x="1" y="820"/>
                      <a:pt x="652" y="2424"/>
                    </a:cubicBezTo>
                    <a:cubicBezTo>
                      <a:pt x="1229" y="3852"/>
                      <a:pt x="126" y="4554"/>
                      <a:pt x="201" y="5556"/>
                    </a:cubicBezTo>
                    <a:cubicBezTo>
                      <a:pt x="243" y="6018"/>
                      <a:pt x="1146" y="6225"/>
                      <a:pt x="2157" y="6225"/>
                    </a:cubicBezTo>
                    <a:cubicBezTo>
                      <a:pt x="3562" y="6225"/>
                      <a:pt x="5178" y="5826"/>
                      <a:pt x="4988" y="5155"/>
                    </a:cubicBezTo>
                    <a:cubicBezTo>
                      <a:pt x="4662" y="4053"/>
                      <a:pt x="4687" y="2449"/>
                      <a:pt x="4637" y="1446"/>
                    </a:cubicBezTo>
                    <a:cubicBezTo>
                      <a:pt x="4603" y="228"/>
                      <a:pt x="3903" y="1"/>
                      <a:pt x="321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639;p36">
                <a:extLst>
                  <a:ext uri="{FF2B5EF4-FFF2-40B4-BE49-F238E27FC236}">
                    <a16:creationId xmlns:a16="http://schemas.microsoft.com/office/drawing/2014/main" id="{2F9FF85B-A99C-4037-C41B-13EB2E3878E4}"/>
                  </a:ext>
                </a:extLst>
              </p:cNvPr>
              <p:cNvSpPr/>
              <p:nvPr/>
            </p:nvSpPr>
            <p:spPr>
              <a:xfrm>
                <a:off x="6756937" y="2540862"/>
                <a:ext cx="265983" cy="378349"/>
              </a:xfrm>
              <a:custGeom>
                <a:avLst/>
                <a:gdLst/>
                <a:ahLst/>
                <a:cxnLst/>
                <a:rect l="l" t="t" r="r" b="b"/>
                <a:pathLst>
                  <a:path w="3108" h="4421" extrusionOk="0">
                    <a:moveTo>
                      <a:pt x="2704" y="0"/>
                    </a:moveTo>
                    <a:cubicBezTo>
                      <a:pt x="2679" y="0"/>
                      <a:pt x="2662" y="15"/>
                      <a:pt x="2657" y="25"/>
                    </a:cubicBezTo>
                    <a:cubicBezTo>
                      <a:pt x="2582" y="126"/>
                      <a:pt x="2331" y="451"/>
                      <a:pt x="2532" y="978"/>
                    </a:cubicBezTo>
                    <a:cubicBezTo>
                      <a:pt x="2732" y="1504"/>
                      <a:pt x="2256" y="3033"/>
                      <a:pt x="1855" y="3108"/>
                    </a:cubicBezTo>
                    <a:cubicBezTo>
                      <a:pt x="1782" y="3124"/>
                      <a:pt x="1712" y="3131"/>
                      <a:pt x="1645" y="3131"/>
                    </a:cubicBezTo>
                    <a:cubicBezTo>
                      <a:pt x="1082" y="3131"/>
                      <a:pt x="702" y="2632"/>
                      <a:pt x="702" y="2632"/>
                    </a:cubicBezTo>
                    <a:lnTo>
                      <a:pt x="0" y="3885"/>
                    </a:lnTo>
                    <a:cubicBezTo>
                      <a:pt x="0" y="3885"/>
                      <a:pt x="1007" y="4421"/>
                      <a:pt x="1792" y="4421"/>
                    </a:cubicBezTo>
                    <a:cubicBezTo>
                      <a:pt x="1982" y="4421"/>
                      <a:pt x="2159" y="4389"/>
                      <a:pt x="2306" y="4311"/>
                    </a:cubicBezTo>
                    <a:cubicBezTo>
                      <a:pt x="2506" y="4236"/>
                      <a:pt x="3108" y="3960"/>
                      <a:pt x="3058" y="1980"/>
                    </a:cubicBezTo>
                    <a:cubicBezTo>
                      <a:pt x="3018" y="239"/>
                      <a:pt x="2802" y="0"/>
                      <a:pt x="2704" y="0"/>
                    </a:cubicBezTo>
                    <a:close/>
                  </a:path>
                </a:pathLst>
              </a:custGeom>
              <a:solidFill>
                <a:srgbClr val="8050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Google Shape;1640;p36">
                <a:extLst>
                  <a:ext uri="{FF2B5EF4-FFF2-40B4-BE49-F238E27FC236}">
                    <a16:creationId xmlns:a16="http://schemas.microsoft.com/office/drawing/2014/main" id="{93A42AFF-E166-16A0-BF81-F7FED9C7AEE1}"/>
                  </a:ext>
                </a:extLst>
              </p:cNvPr>
              <p:cNvSpPr/>
              <p:nvPr/>
            </p:nvSpPr>
            <p:spPr>
              <a:xfrm>
                <a:off x="6578844" y="2735472"/>
                <a:ext cx="291828" cy="174412"/>
              </a:xfrm>
              <a:custGeom>
                <a:avLst/>
                <a:gdLst/>
                <a:ahLst/>
                <a:cxnLst/>
                <a:rect l="l" t="t" r="r" b="b"/>
                <a:pathLst>
                  <a:path w="3410" h="2038" extrusionOk="0">
                    <a:moveTo>
                      <a:pt x="1751" y="1"/>
                    </a:moveTo>
                    <a:cubicBezTo>
                      <a:pt x="1433" y="1"/>
                      <a:pt x="1145" y="98"/>
                      <a:pt x="978" y="383"/>
                    </a:cubicBezTo>
                    <a:cubicBezTo>
                      <a:pt x="828" y="634"/>
                      <a:pt x="1" y="258"/>
                      <a:pt x="577" y="909"/>
                    </a:cubicBezTo>
                    <a:cubicBezTo>
                      <a:pt x="1029" y="1411"/>
                      <a:pt x="2557" y="2037"/>
                      <a:pt x="2557" y="2037"/>
                    </a:cubicBezTo>
                    <a:cubicBezTo>
                      <a:pt x="2557" y="2037"/>
                      <a:pt x="3410" y="1360"/>
                      <a:pt x="3259" y="458"/>
                    </a:cubicBezTo>
                    <a:cubicBezTo>
                      <a:pt x="3259" y="458"/>
                      <a:pt x="2438" y="1"/>
                      <a:pt x="1751" y="1"/>
                    </a:cubicBezTo>
                    <a:close/>
                  </a:path>
                </a:pathLst>
              </a:custGeom>
              <a:solidFill>
                <a:srgbClr val="F8C2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Google Shape;1641;p36">
                <a:extLst>
                  <a:ext uri="{FF2B5EF4-FFF2-40B4-BE49-F238E27FC236}">
                    <a16:creationId xmlns:a16="http://schemas.microsoft.com/office/drawing/2014/main" id="{41470277-6006-A2D2-9170-70009560BC6A}"/>
                  </a:ext>
                </a:extLst>
              </p:cNvPr>
              <p:cNvSpPr/>
              <p:nvPr/>
            </p:nvSpPr>
            <p:spPr>
              <a:xfrm>
                <a:off x="6580042" y="2626614"/>
                <a:ext cx="110912" cy="149679"/>
              </a:xfrm>
              <a:custGeom>
                <a:avLst/>
                <a:gdLst/>
                <a:ahLst/>
                <a:cxnLst/>
                <a:rect l="l" t="t" r="r" b="b"/>
                <a:pathLst>
                  <a:path w="1296" h="1749" extrusionOk="0">
                    <a:moveTo>
                      <a:pt x="238" y="1"/>
                    </a:moveTo>
                    <a:cubicBezTo>
                      <a:pt x="238" y="1"/>
                      <a:pt x="388" y="853"/>
                      <a:pt x="137" y="1204"/>
                    </a:cubicBezTo>
                    <a:cubicBezTo>
                      <a:pt x="0" y="1400"/>
                      <a:pt x="796" y="1748"/>
                      <a:pt x="1139" y="1748"/>
                    </a:cubicBezTo>
                    <a:cubicBezTo>
                      <a:pt x="1235" y="1748"/>
                      <a:pt x="1296" y="1721"/>
                      <a:pt x="1290" y="1655"/>
                    </a:cubicBezTo>
                    <a:cubicBezTo>
                      <a:pt x="1240" y="1254"/>
                      <a:pt x="1015" y="1003"/>
                      <a:pt x="1290" y="552"/>
                    </a:cubicBezTo>
                    <a:lnTo>
                      <a:pt x="238" y="1"/>
                    </a:lnTo>
                    <a:close/>
                  </a:path>
                </a:pathLst>
              </a:custGeom>
              <a:solidFill>
                <a:srgbClr val="633C1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642;p36">
                <a:extLst>
                  <a:ext uri="{FF2B5EF4-FFF2-40B4-BE49-F238E27FC236}">
                    <a16:creationId xmlns:a16="http://schemas.microsoft.com/office/drawing/2014/main" id="{667116B5-7CCF-8CEA-B99A-A8B54FCD5464}"/>
                  </a:ext>
                </a:extLst>
              </p:cNvPr>
              <p:cNvSpPr/>
              <p:nvPr/>
            </p:nvSpPr>
            <p:spPr>
              <a:xfrm>
                <a:off x="6566007" y="2501067"/>
                <a:ext cx="186736" cy="228926"/>
              </a:xfrm>
              <a:custGeom>
                <a:avLst/>
                <a:gdLst/>
                <a:ahLst/>
                <a:cxnLst/>
                <a:rect l="l" t="t" r="r" b="b"/>
                <a:pathLst>
                  <a:path w="2182" h="2675" extrusionOk="0">
                    <a:moveTo>
                      <a:pt x="1095" y="0"/>
                    </a:moveTo>
                    <a:cubicBezTo>
                      <a:pt x="879" y="0"/>
                      <a:pt x="671" y="108"/>
                      <a:pt x="577" y="215"/>
                    </a:cubicBezTo>
                    <a:cubicBezTo>
                      <a:pt x="176" y="591"/>
                      <a:pt x="1" y="1167"/>
                      <a:pt x="76" y="1468"/>
                    </a:cubicBezTo>
                    <a:cubicBezTo>
                      <a:pt x="267" y="2163"/>
                      <a:pt x="871" y="2674"/>
                      <a:pt x="1253" y="2674"/>
                    </a:cubicBezTo>
                    <a:cubicBezTo>
                      <a:pt x="1270" y="2674"/>
                      <a:pt x="1287" y="2673"/>
                      <a:pt x="1304" y="2671"/>
                    </a:cubicBezTo>
                    <a:cubicBezTo>
                      <a:pt x="2181" y="2571"/>
                      <a:pt x="1830" y="741"/>
                      <a:pt x="1605" y="315"/>
                    </a:cubicBezTo>
                    <a:cubicBezTo>
                      <a:pt x="1476" y="82"/>
                      <a:pt x="1283" y="0"/>
                      <a:pt x="1095" y="0"/>
                    </a:cubicBezTo>
                    <a:close/>
                  </a:path>
                </a:pathLst>
              </a:custGeom>
              <a:solidFill>
                <a:srgbClr val="8050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643;p36">
                <a:extLst>
                  <a:ext uri="{FF2B5EF4-FFF2-40B4-BE49-F238E27FC236}">
                    <a16:creationId xmlns:a16="http://schemas.microsoft.com/office/drawing/2014/main" id="{17B21456-7060-E831-1F61-CF8D0F12080B}"/>
                  </a:ext>
                </a:extLst>
              </p:cNvPr>
              <p:cNvSpPr/>
              <p:nvPr/>
            </p:nvSpPr>
            <p:spPr>
              <a:xfrm>
                <a:off x="6533829" y="2487289"/>
                <a:ext cx="202653" cy="177921"/>
              </a:xfrm>
              <a:custGeom>
                <a:avLst/>
                <a:gdLst/>
                <a:ahLst/>
                <a:cxnLst/>
                <a:rect l="l" t="t" r="r" b="b"/>
                <a:pathLst>
                  <a:path w="2368" h="2079" extrusionOk="0">
                    <a:moveTo>
                      <a:pt x="1179" y="0"/>
                    </a:moveTo>
                    <a:cubicBezTo>
                      <a:pt x="925" y="0"/>
                      <a:pt x="683" y="88"/>
                      <a:pt x="527" y="275"/>
                    </a:cubicBezTo>
                    <a:cubicBezTo>
                      <a:pt x="1" y="852"/>
                      <a:pt x="1" y="852"/>
                      <a:pt x="126" y="1228"/>
                    </a:cubicBezTo>
                    <a:cubicBezTo>
                      <a:pt x="146" y="1309"/>
                      <a:pt x="396" y="2078"/>
                      <a:pt x="584" y="2078"/>
                    </a:cubicBezTo>
                    <a:cubicBezTo>
                      <a:pt x="628" y="2078"/>
                      <a:pt x="669" y="2035"/>
                      <a:pt x="702" y="1930"/>
                    </a:cubicBezTo>
                    <a:cubicBezTo>
                      <a:pt x="978" y="1128"/>
                      <a:pt x="1429" y="1378"/>
                      <a:pt x="1680" y="952"/>
                    </a:cubicBezTo>
                    <a:cubicBezTo>
                      <a:pt x="1726" y="870"/>
                      <a:pt x="1778" y="838"/>
                      <a:pt x="1831" y="838"/>
                    </a:cubicBezTo>
                    <a:cubicBezTo>
                      <a:pt x="2006" y="838"/>
                      <a:pt x="2197" y="1185"/>
                      <a:pt x="2261" y="1185"/>
                    </a:cubicBezTo>
                    <a:cubicBezTo>
                      <a:pt x="2271" y="1185"/>
                      <a:pt x="2279" y="1176"/>
                      <a:pt x="2281" y="1153"/>
                    </a:cubicBezTo>
                    <a:cubicBezTo>
                      <a:pt x="2368" y="428"/>
                      <a:pt x="1741" y="0"/>
                      <a:pt x="117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644;p36">
                <a:extLst>
                  <a:ext uri="{FF2B5EF4-FFF2-40B4-BE49-F238E27FC236}">
                    <a16:creationId xmlns:a16="http://schemas.microsoft.com/office/drawing/2014/main" id="{40399DE5-790B-BB90-21E5-DA72CA118EAC}"/>
                  </a:ext>
                </a:extLst>
              </p:cNvPr>
              <p:cNvSpPr/>
              <p:nvPr/>
            </p:nvSpPr>
            <p:spPr>
              <a:xfrm>
                <a:off x="6160870" y="2617628"/>
                <a:ext cx="300129" cy="364913"/>
              </a:xfrm>
              <a:custGeom>
                <a:avLst/>
                <a:gdLst/>
                <a:ahLst/>
                <a:cxnLst/>
                <a:rect l="l" t="t" r="r" b="b"/>
                <a:pathLst>
                  <a:path w="3507" h="4264" extrusionOk="0">
                    <a:moveTo>
                      <a:pt x="293" y="1"/>
                    </a:moveTo>
                    <a:cubicBezTo>
                      <a:pt x="186" y="1"/>
                      <a:pt x="1" y="271"/>
                      <a:pt x="223" y="2011"/>
                    </a:cubicBezTo>
                    <a:cubicBezTo>
                      <a:pt x="449" y="3965"/>
                      <a:pt x="1075" y="4141"/>
                      <a:pt x="1276" y="4216"/>
                    </a:cubicBezTo>
                    <a:cubicBezTo>
                      <a:pt x="1371" y="4249"/>
                      <a:pt x="1474" y="4263"/>
                      <a:pt x="1583" y="4263"/>
                    </a:cubicBezTo>
                    <a:cubicBezTo>
                      <a:pt x="2396" y="4263"/>
                      <a:pt x="3507" y="3464"/>
                      <a:pt x="3507" y="3464"/>
                    </a:cubicBezTo>
                    <a:lnTo>
                      <a:pt x="2629" y="2336"/>
                    </a:lnTo>
                    <a:cubicBezTo>
                      <a:pt x="2629" y="2336"/>
                      <a:pt x="2280" y="2966"/>
                      <a:pt x="1626" y="2966"/>
                    </a:cubicBezTo>
                    <a:cubicBezTo>
                      <a:pt x="1601" y="2966"/>
                      <a:pt x="1577" y="2965"/>
                      <a:pt x="1552" y="2963"/>
                    </a:cubicBezTo>
                    <a:cubicBezTo>
                      <a:pt x="1151" y="2913"/>
                      <a:pt x="474" y="1484"/>
                      <a:pt x="599" y="933"/>
                    </a:cubicBezTo>
                    <a:cubicBezTo>
                      <a:pt x="725" y="407"/>
                      <a:pt x="424" y="106"/>
                      <a:pt x="349" y="31"/>
                    </a:cubicBezTo>
                    <a:cubicBezTo>
                      <a:pt x="339" y="16"/>
                      <a:pt x="318" y="1"/>
                      <a:pt x="293" y="1"/>
                    </a:cubicBezTo>
                    <a:close/>
                  </a:path>
                </a:pathLst>
              </a:custGeom>
              <a:solidFill>
                <a:srgbClr val="80501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Google Shape;1645;p36">
                <a:extLst>
                  <a:ext uri="{FF2B5EF4-FFF2-40B4-BE49-F238E27FC236}">
                    <a16:creationId xmlns:a16="http://schemas.microsoft.com/office/drawing/2014/main" id="{7D70A42C-8CB3-CC2F-CB72-9674AC814430}"/>
                  </a:ext>
                </a:extLst>
              </p:cNvPr>
              <p:cNvSpPr/>
              <p:nvPr/>
            </p:nvSpPr>
            <p:spPr>
              <a:xfrm>
                <a:off x="6345124" y="2771587"/>
                <a:ext cx="220968" cy="183312"/>
              </a:xfrm>
              <a:custGeom>
                <a:avLst/>
                <a:gdLst/>
                <a:ahLst/>
                <a:cxnLst/>
                <a:rect l="l" t="t" r="r" b="b"/>
                <a:pathLst>
                  <a:path w="2582" h="2142" extrusionOk="0">
                    <a:moveTo>
                      <a:pt x="1648" y="1"/>
                    </a:moveTo>
                    <a:cubicBezTo>
                      <a:pt x="923" y="1"/>
                      <a:pt x="25" y="688"/>
                      <a:pt x="25" y="688"/>
                    </a:cubicBezTo>
                    <a:cubicBezTo>
                      <a:pt x="0" y="1590"/>
                      <a:pt x="953" y="2141"/>
                      <a:pt x="953" y="2141"/>
                    </a:cubicBezTo>
                    <a:cubicBezTo>
                      <a:pt x="953" y="2141"/>
                      <a:pt x="1504" y="1866"/>
                      <a:pt x="2005" y="1390"/>
                    </a:cubicBezTo>
                    <a:cubicBezTo>
                      <a:pt x="2582" y="838"/>
                      <a:pt x="2456" y="512"/>
                      <a:pt x="2281" y="287"/>
                    </a:cubicBezTo>
                    <a:cubicBezTo>
                      <a:pt x="2117" y="78"/>
                      <a:pt x="1892" y="1"/>
                      <a:pt x="1648" y="1"/>
                    </a:cubicBezTo>
                    <a:close/>
                  </a:path>
                </a:pathLst>
              </a:custGeom>
              <a:solidFill>
                <a:srgbClr val="F8C22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2" name="Google Shape;1646;p36">
              <a:extLst>
                <a:ext uri="{FF2B5EF4-FFF2-40B4-BE49-F238E27FC236}">
                  <a16:creationId xmlns:a16="http://schemas.microsoft.com/office/drawing/2014/main" id="{4BF8DB28-A9C3-AAB6-398F-61C3CBEA1711}"/>
                </a:ext>
              </a:extLst>
            </p:cNvPr>
            <p:cNvSpPr/>
            <p:nvPr/>
          </p:nvSpPr>
          <p:spPr>
            <a:xfrm>
              <a:off x="7185198" y="3914344"/>
              <a:ext cx="393967" cy="53649"/>
            </a:xfrm>
            <a:custGeom>
              <a:avLst/>
              <a:gdLst/>
              <a:ahLst/>
              <a:cxnLst/>
              <a:rect l="l" t="t" r="r" b="b"/>
              <a:pathLst>
                <a:path w="10702" h="627" extrusionOk="0">
                  <a:moveTo>
                    <a:pt x="301" y="0"/>
                  </a:moveTo>
                  <a:cubicBezTo>
                    <a:pt x="150" y="0"/>
                    <a:pt x="0" y="150"/>
                    <a:pt x="0" y="301"/>
                  </a:cubicBezTo>
                  <a:cubicBezTo>
                    <a:pt x="0" y="476"/>
                    <a:pt x="150" y="627"/>
                    <a:pt x="301" y="627"/>
                  </a:cubicBezTo>
                  <a:lnTo>
                    <a:pt x="10401" y="627"/>
                  </a:lnTo>
                  <a:cubicBezTo>
                    <a:pt x="10552" y="627"/>
                    <a:pt x="10702" y="476"/>
                    <a:pt x="10702" y="301"/>
                  </a:cubicBezTo>
                  <a:cubicBezTo>
                    <a:pt x="10702" y="150"/>
                    <a:pt x="10552" y="0"/>
                    <a:pt x="10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11382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>
          <a:extLst>
            <a:ext uri="{FF2B5EF4-FFF2-40B4-BE49-F238E27FC236}">
              <a16:creationId xmlns:a16="http://schemas.microsoft.com/office/drawing/2014/main" id="{1FDC49FA-8A4B-D68D-4F47-937EA957E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34">
            <a:extLst>
              <a:ext uri="{FF2B5EF4-FFF2-40B4-BE49-F238E27FC236}">
                <a16:creationId xmlns:a16="http://schemas.microsoft.com/office/drawing/2014/main" id="{673DD941-EFA2-391B-1B88-9C9266E1F60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56610" y="1306775"/>
            <a:ext cx="6343930" cy="339688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n-US" sz="1400" b="1" dirty="0"/>
              <a:t>Approach:</a:t>
            </a:r>
            <a:r>
              <a:rPr lang="en-US" sz="1400" dirty="0"/>
              <a:t> Comparing multiple time series forecasting models.</a:t>
            </a:r>
            <a:br>
              <a:rPr lang="en-US" sz="1400" dirty="0"/>
            </a:br>
            <a:endParaRPr lang="en-US" sz="1400" dirty="0"/>
          </a:p>
          <a:p>
            <a:pPr marL="139700" indent="0" algn="l"/>
            <a:r>
              <a:rPr lang="en-US" sz="1400" b="1" dirty="0"/>
              <a:t>Models Tested –</a:t>
            </a:r>
            <a:br>
              <a:rPr lang="en-US" sz="1400" b="1" dirty="0"/>
            </a:br>
            <a:br>
              <a:rPr lang="en-US" sz="1400" dirty="0"/>
            </a:br>
            <a:r>
              <a:rPr lang="en-US" sz="1400" b="1" dirty="0"/>
              <a:t>Simple Models:</a:t>
            </a:r>
            <a:r>
              <a:rPr lang="en-US" sz="1400" dirty="0"/>
              <a:t> Mean, Naïve, Random Seasonal Naive</a:t>
            </a:r>
            <a:br>
              <a:rPr lang="en-US" sz="1400" dirty="0"/>
            </a:br>
            <a:r>
              <a:rPr lang="en-US" sz="1400" b="1" dirty="0"/>
              <a:t>Smoothing Models:</a:t>
            </a:r>
            <a:r>
              <a:rPr lang="en-US" sz="1400" dirty="0"/>
              <a:t> Moving Average (</a:t>
            </a:r>
            <a:r>
              <a:rPr lang="en-US" sz="1400" dirty="0" err="1"/>
              <a:t>e.g</a:t>
            </a:r>
            <a:r>
              <a:rPr lang="en-US" sz="1400" dirty="0"/>
              <a:t> - MA5, MA9), Exponential Smoothing (ETS)</a:t>
            </a:r>
            <a:br>
              <a:rPr lang="en-US" sz="1400" dirty="0"/>
            </a:br>
            <a:r>
              <a:rPr lang="en-US" sz="1400" b="1" dirty="0"/>
              <a:t>Advanced Model:</a:t>
            </a:r>
            <a:r>
              <a:rPr lang="en-US" sz="1400" dirty="0"/>
              <a:t> Auto-Regressive Integrated Moving Average (ARIMA)</a:t>
            </a:r>
            <a:br>
              <a:rPr lang="en-US" sz="1400" dirty="0"/>
            </a:br>
            <a:endParaRPr lang="en-US" sz="1400" dirty="0"/>
          </a:p>
          <a:p>
            <a:pPr marL="139700" indent="0" algn="l"/>
            <a:r>
              <a:rPr lang="en-US" sz="1400" b="1" dirty="0"/>
              <a:t>Model Selection Criterion –</a:t>
            </a:r>
            <a:br>
              <a:rPr lang="en-US" sz="1400" b="1" dirty="0"/>
            </a:br>
            <a:br>
              <a:rPr lang="en-US" sz="1400" dirty="0"/>
            </a:br>
            <a:r>
              <a:rPr lang="en-US" sz="1400" b="1" dirty="0"/>
              <a:t>Primary Tool:</a:t>
            </a:r>
            <a:r>
              <a:rPr lang="en-US" sz="1400" dirty="0"/>
              <a:t> Accuracy Measures (</a:t>
            </a:r>
            <a:r>
              <a:rPr lang="en-US" sz="1400" dirty="0" err="1"/>
              <a:t>e.g</a:t>
            </a:r>
            <a:r>
              <a:rPr lang="en-US" sz="1400" dirty="0"/>
              <a:t> - MAE, RMSE, MASE).</a:t>
            </a:r>
            <a:br>
              <a:rPr lang="en-US" sz="1400" dirty="0"/>
            </a:br>
            <a:r>
              <a:rPr lang="en-US" sz="1400" dirty="0"/>
              <a:t>These metrics quantify forecast error. Selecting the model with the lowest errors on the historical data, particularly RMSE and MASE.</a:t>
            </a:r>
            <a:br>
              <a:rPr lang="en-US" sz="1400" dirty="0"/>
            </a:br>
            <a:r>
              <a:rPr lang="en-US" sz="1400" b="1" dirty="0"/>
              <a:t>Secondary Check:</a:t>
            </a:r>
            <a:r>
              <a:rPr lang="en-US" sz="1400" dirty="0"/>
              <a:t> Residual Analysis to ensure no patterns remain (white noise).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  <p:sp>
        <p:nvSpPr>
          <p:cNvPr id="6" name="Google Shape;1597;p36">
            <a:extLst>
              <a:ext uri="{FF2B5EF4-FFF2-40B4-BE49-F238E27FC236}">
                <a16:creationId xmlns:a16="http://schemas.microsoft.com/office/drawing/2014/main" id="{E3A3E4E8-0383-16A3-C82B-AC03A19C4A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006" y="619929"/>
            <a:ext cx="825150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sz="2800" dirty="0"/>
              <a:t>Methodology - How was it forecasted</a:t>
            </a:r>
            <a:br>
              <a:rPr lang="en-US" dirty="0"/>
            </a:br>
            <a:endParaRPr lang="en-US" sz="2800" dirty="0"/>
          </a:p>
        </p:txBody>
      </p:sp>
      <p:grpSp>
        <p:nvGrpSpPr>
          <p:cNvPr id="2" name="Google Shape;1656;p37">
            <a:extLst>
              <a:ext uri="{FF2B5EF4-FFF2-40B4-BE49-F238E27FC236}">
                <a16:creationId xmlns:a16="http://schemas.microsoft.com/office/drawing/2014/main" id="{E8ADF91A-62A3-A230-60A4-9C7550D4A8F3}"/>
              </a:ext>
            </a:extLst>
          </p:cNvPr>
          <p:cNvGrpSpPr/>
          <p:nvPr/>
        </p:nvGrpSpPr>
        <p:grpSpPr>
          <a:xfrm>
            <a:off x="7291754" y="2960077"/>
            <a:ext cx="1572545" cy="1390938"/>
            <a:chOff x="5306450" y="1437175"/>
            <a:chExt cx="3329249" cy="2609040"/>
          </a:xfrm>
        </p:grpSpPr>
        <p:sp>
          <p:nvSpPr>
            <p:cNvPr id="3" name="Google Shape;1657;p37">
              <a:extLst>
                <a:ext uri="{FF2B5EF4-FFF2-40B4-BE49-F238E27FC236}">
                  <a16:creationId xmlns:a16="http://schemas.microsoft.com/office/drawing/2014/main" id="{7D10B6B9-F054-90E3-00E9-26F0CF5C422F}"/>
                </a:ext>
              </a:extLst>
            </p:cNvPr>
            <p:cNvSpPr/>
            <p:nvPr/>
          </p:nvSpPr>
          <p:spPr>
            <a:xfrm>
              <a:off x="7857393" y="3731090"/>
              <a:ext cx="72166" cy="86544"/>
            </a:xfrm>
            <a:custGeom>
              <a:avLst/>
              <a:gdLst/>
              <a:ahLst/>
              <a:cxnLst/>
              <a:rect l="l" t="t" r="r" b="b"/>
              <a:pathLst>
                <a:path w="753" h="903" extrusionOk="0">
                  <a:moveTo>
                    <a:pt x="301" y="0"/>
                  </a:moveTo>
                  <a:lnTo>
                    <a:pt x="0" y="176"/>
                  </a:lnTo>
                  <a:lnTo>
                    <a:pt x="451" y="903"/>
                  </a:lnTo>
                  <a:lnTo>
                    <a:pt x="752" y="70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658;p37">
              <a:extLst>
                <a:ext uri="{FF2B5EF4-FFF2-40B4-BE49-F238E27FC236}">
                  <a16:creationId xmlns:a16="http://schemas.microsoft.com/office/drawing/2014/main" id="{7F7C90DE-346A-860B-C40F-E0383B34ECE0}"/>
                </a:ext>
              </a:extLst>
            </p:cNvPr>
            <p:cNvSpPr/>
            <p:nvPr/>
          </p:nvSpPr>
          <p:spPr>
            <a:xfrm>
              <a:off x="7794906" y="3630171"/>
              <a:ext cx="72166" cy="86544"/>
            </a:xfrm>
            <a:custGeom>
              <a:avLst/>
              <a:gdLst/>
              <a:ahLst/>
              <a:cxnLst/>
              <a:rect l="l" t="t" r="r" b="b"/>
              <a:pathLst>
                <a:path w="753" h="903" extrusionOk="0">
                  <a:moveTo>
                    <a:pt x="301" y="1"/>
                  </a:moveTo>
                  <a:lnTo>
                    <a:pt x="1" y="176"/>
                  </a:lnTo>
                  <a:lnTo>
                    <a:pt x="427" y="903"/>
                  </a:lnTo>
                  <a:lnTo>
                    <a:pt x="753" y="702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659;p37">
              <a:extLst>
                <a:ext uri="{FF2B5EF4-FFF2-40B4-BE49-F238E27FC236}">
                  <a16:creationId xmlns:a16="http://schemas.microsoft.com/office/drawing/2014/main" id="{CA36AF15-7676-656E-EA1E-DDBFC805C748}"/>
                </a:ext>
              </a:extLst>
            </p:cNvPr>
            <p:cNvSpPr/>
            <p:nvPr/>
          </p:nvSpPr>
          <p:spPr>
            <a:xfrm>
              <a:off x="7732515" y="3529348"/>
              <a:ext cx="72070" cy="86544"/>
            </a:xfrm>
            <a:custGeom>
              <a:avLst/>
              <a:gdLst/>
              <a:ahLst/>
              <a:cxnLst/>
              <a:rect l="l" t="t" r="r" b="b"/>
              <a:pathLst>
                <a:path w="752" h="903" extrusionOk="0">
                  <a:moveTo>
                    <a:pt x="301" y="0"/>
                  </a:moveTo>
                  <a:lnTo>
                    <a:pt x="0" y="201"/>
                  </a:lnTo>
                  <a:lnTo>
                    <a:pt x="426" y="902"/>
                  </a:lnTo>
                  <a:lnTo>
                    <a:pt x="752" y="70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660;p37">
              <a:extLst>
                <a:ext uri="{FF2B5EF4-FFF2-40B4-BE49-F238E27FC236}">
                  <a16:creationId xmlns:a16="http://schemas.microsoft.com/office/drawing/2014/main" id="{DDACCEAF-935B-D9FA-0283-3D92DB645C6C}"/>
                </a:ext>
              </a:extLst>
            </p:cNvPr>
            <p:cNvSpPr/>
            <p:nvPr/>
          </p:nvSpPr>
          <p:spPr>
            <a:xfrm>
              <a:off x="7667632" y="3428429"/>
              <a:ext cx="72166" cy="86544"/>
            </a:xfrm>
            <a:custGeom>
              <a:avLst/>
              <a:gdLst/>
              <a:ahLst/>
              <a:cxnLst/>
              <a:rect l="l" t="t" r="r" b="b"/>
              <a:pathLst>
                <a:path w="753" h="903" extrusionOk="0">
                  <a:moveTo>
                    <a:pt x="326" y="0"/>
                  </a:moveTo>
                  <a:lnTo>
                    <a:pt x="0" y="201"/>
                  </a:lnTo>
                  <a:lnTo>
                    <a:pt x="451" y="903"/>
                  </a:lnTo>
                  <a:lnTo>
                    <a:pt x="752" y="702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661;p37">
              <a:extLst>
                <a:ext uri="{FF2B5EF4-FFF2-40B4-BE49-F238E27FC236}">
                  <a16:creationId xmlns:a16="http://schemas.microsoft.com/office/drawing/2014/main" id="{569BC930-09E7-7B89-9297-9B6FBA17A15E}"/>
                </a:ext>
              </a:extLst>
            </p:cNvPr>
            <p:cNvSpPr/>
            <p:nvPr/>
          </p:nvSpPr>
          <p:spPr>
            <a:xfrm>
              <a:off x="7605145" y="3327510"/>
              <a:ext cx="72166" cy="86639"/>
            </a:xfrm>
            <a:custGeom>
              <a:avLst/>
              <a:gdLst/>
              <a:ahLst/>
              <a:cxnLst/>
              <a:rect l="l" t="t" r="r" b="b"/>
              <a:pathLst>
                <a:path w="753" h="904" extrusionOk="0">
                  <a:moveTo>
                    <a:pt x="327" y="1"/>
                  </a:moveTo>
                  <a:lnTo>
                    <a:pt x="1" y="201"/>
                  </a:lnTo>
                  <a:lnTo>
                    <a:pt x="452" y="903"/>
                  </a:lnTo>
                  <a:lnTo>
                    <a:pt x="753" y="703"/>
                  </a:lnTo>
                  <a:lnTo>
                    <a:pt x="327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662;p37">
              <a:extLst>
                <a:ext uri="{FF2B5EF4-FFF2-40B4-BE49-F238E27FC236}">
                  <a16:creationId xmlns:a16="http://schemas.microsoft.com/office/drawing/2014/main" id="{9DE1AEBA-F7BE-509D-5157-4A0F0CB923E5}"/>
                </a:ext>
              </a:extLst>
            </p:cNvPr>
            <p:cNvSpPr/>
            <p:nvPr/>
          </p:nvSpPr>
          <p:spPr>
            <a:xfrm>
              <a:off x="7542754" y="3226687"/>
              <a:ext cx="72070" cy="86544"/>
            </a:xfrm>
            <a:custGeom>
              <a:avLst/>
              <a:gdLst/>
              <a:ahLst/>
              <a:cxnLst/>
              <a:rect l="l" t="t" r="r" b="b"/>
              <a:pathLst>
                <a:path w="752" h="903" extrusionOk="0">
                  <a:moveTo>
                    <a:pt x="301" y="0"/>
                  </a:moveTo>
                  <a:lnTo>
                    <a:pt x="0" y="201"/>
                  </a:lnTo>
                  <a:lnTo>
                    <a:pt x="451" y="902"/>
                  </a:lnTo>
                  <a:lnTo>
                    <a:pt x="752" y="70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663;p37">
              <a:extLst>
                <a:ext uri="{FF2B5EF4-FFF2-40B4-BE49-F238E27FC236}">
                  <a16:creationId xmlns:a16="http://schemas.microsoft.com/office/drawing/2014/main" id="{DAAE489D-DDA2-9817-9430-0DA0AB72A71E}"/>
                </a:ext>
              </a:extLst>
            </p:cNvPr>
            <p:cNvSpPr/>
            <p:nvPr/>
          </p:nvSpPr>
          <p:spPr>
            <a:xfrm>
              <a:off x="7480267" y="3125768"/>
              <a:ext cx="72166" cy="86544"/>
            </a:xfrm>
            <a:custGeom>
              <a:avLst/>
              <a:gdLst/>
              <a:ahLst/>
              <a:cxnLst/>
              <a:rect l="l" t="t" r="r" b="b"/>
              <a:pathLst>
                <a:path w="753" h="903" extrusionOk="0">
                  <a:moveTo>
                    <a:pt x="301" y="1"/>
                  </a:moveTo>
                  <a:lnTo>
                    <a:pt x="0" y="201"/>
                  </a:lnTo>
                  <a:lnTo>
                    <a:pt x="427" y="903"/>
                  </a:lnTo>
                  <a:lnTo>
                    <a:pt x="752" y="702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664;p37">
              <a:extLst>
                <a:ext uri="{FF2B5EF4-FFF2-40B4-BE49-F238E27FC236}">
                  <a16:creationId xmlns:a16="http://schemas.microsoft.com/office/drawing/2014/main" id="{6CBDFE36-105E-DAA4-4C09-CBF52348C6A5}"/>
                </a:ext>
              </a:extLst>
            </p:cNvPr>
            <p:cNvSpPr/>
            <p:nvPr/>
          </p:nvSpPr>
          <p:spPr>
            <a:xfrm>
              <a:off x="7417780" y="3024850"/>
              <a:ext cx="72166" cy="86639"/>
            </a:xfrm>
            <a:custGeom>
              <a:avLst/>
              <a:gdLst/>
              <a:ahLst/>
              <a:cxnLst/>
              <a:rect l="l" t="t" r="r" b="b"/>
              <a:pathLst>
                <a:path w="753" h="904" extrusionOk="0">
                  <a:moveTo>
                    <a:pt x="302" y="1"/>
                  </a:moveTo>
                  <a:lnTo>
                    <a:pt x="1" y="201"/>
                  </a:lnTo>
                  <a:lnTo>
                    <a:pt x="427" y="903"/>
                  </a:lnTo>
                  <a:lnTo>
                    <a:pt x="753" y="7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665;p37">
              <a:extLst>
                <a:ext uri="{FF2B5EF4-FFF2-40B4-BE49-F238E27FC236}">
                  <a16:creationId xmlns:a16="http://schemas.microsoft.com/office/drawing/2014/main" id="{F92501EC-4E2D-F9D1-9A24-466A347297D3}"/>
                </a:ext>
              </a:extLst>
            </p:cNvPr>
            <p:cNvSpPr/>
            <p:nvPr/>
          </p:nvSpPr>
          <p:spPr>
            <a:xfrm>
              <a:off x="7352993" y="2924027"/>
              <a:ext cx="72166" cy="86544"/>
            </a:xfrm>
            <a:custGeom>
              <a:avLst/>
              <a:gdLst/>
              <a:ahLst/>
              <a:cxnLst/>
              <a:rect l="l" t="t" r="r" b="b"/>
              <a:pathLst>
                <a:path w="753" h="903" extrusionOk="0">
                  <a:moveTo>
                    <a:pt x="326" y="0"/>
                  </a:moveTo>
                  <a:lnTo>
                    <a:pt x="0" y="201"/>
                  </a:lnTo>
                  <a:lnTo>
                    <a:pt x="451" y="902"/>
                  </a:lnTo>
                  <a:lnTo>
                    <a:pt x="752" y="702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666;p37">
              <a:extLst>
                <a:ext uri="{FF2B5EF4-FFF2-40B4-BE49-F238E27FC236}">
                  <a16:creationId xmlns:a16="http://schemas.microsoft.com/office/drawing/2014/main" id="{763E15F2-8AD4-F6D3-F0DA-A3DE9D1B9407}"/>
                </a:ext>
              </a:extLst>
            </p:cNvPr>
            <p:cNvSpPr/>
            <p:nvPr/>
          </p:nvSpPr>
          <p:spPr>
            <a:xfrm>
              <a:off x="7290506" y="2823108"/>
              <a:ext cx="72166" cy="86544"/>
            </a:xfrm>
            <a:custGeom>
              <a:avLst/>
              <a:gdLst/>
              <a:ahLst/>
              <a:cxnLst/>
              <a:rect l="l" t="t" r="r" b="b"/>
              <a:pathLst>
                <a:path w="753" h="903" extrusionOk="0">
                  <a:moveTo>
                    <a:pt x="326" y="1"/>
                  </a:moveTo>
                  <a:lnTo>
                    <a:pt x="1" y="201"/>
                  </a:lnTo>
                  <a:lnTo>
                    <a:pt x="452" y="903"/>
                  </a:lnTo>
                  <a:lnTo>
                    <a:pt x="752" y="702"/>
                  </a:lnTo>
                  <a:lnTo>
                    <a:pt x="326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667;p37">
              <a:extLst>
                <a:ext uri="{FF2B5EF4-FFF2-40B4-BE49-F238E27FC236}">
                  <a16:creationId xmlns:a16="http://schemas.microsoft.com/office/drawing/2014/main" id="{1864C882-4881-EDA5-3267-FD13A1D6B689}"/>
                </a:ext>
              </a:extLst>
            </p:cNvPr>
            <p:cNvSpPr/>
            <p:nvPr/>
          </p:nvSpPr>
          <p:spPr>
            <a:xfrm>
              <a:off x="7228019" y="2722189"/>
              <a:ext cx="72166" cy="86639"/>
            </a:xfrm>
            <a:custGeom>
              <a:avLst/>
              <a:gdLst/>
              <a:ahLst/>
              <a:cxnLst/>
              <a:rect l="l" t="t" r="r" b="b"/>
              <a:pathLst>
                <a:path w="753" h="904" extrusionOk="0">
                  <a:moveTo>
                    <a:pt x="302" y="1"/>
                  </a:moveTo>
                  <a:lnTo>
                    <a:pt x="1" y="201"/>
                  </a:lnTo>
                  <a:lnTo>
                    <a:pt x="452" y="903"/>
                  </a:lnTo>
                  <a:lnTo>
                    <a:pt x="753" y="7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668;p37">
              <a:extLst>
                <a:ext uri="{FF2B5EF4-FFF2-40B4-BE49-F238E27FC236}">
                  <a16:creationId xmlns:a16="http://schemas.microsoft.com/office/drawing/2014/main" id="{19CD5389-CF11-F55C-6EE2-1095C7541378}"/>
                </a:ext>
              </a:extLst>
            </p:cNvPr>
            <p:cNvSpPr/>
            <p:nvPr/>
          </p:nvSpPr>
          <p:spPr>
            <a:xfrm>
              <a:off x="7165628" y="2621366"/>
              <a:ext cx="72166" cy="86544"/>
            </a:xfrm>
            <a:custGeom>
              <a:avLst/>
              <a:gdLst/>
              <a:ahLst/>
              <a:cxnLst/>
              <a:rect l="l" t="t" r="r" b="b"/>
              <a:pathLst>
                <a:path w="753" h="903" extrusionOk="0">
                  <a:moveTo>
                    <a:pt x="301" y="0"/>
                  </a:moveTo>
                  <a:lnTo>
                    <a:pt x="0" y="201"/>
                  </a:lnTo>
                  <a:lnTo>
                    <a:pt x="426" y="903"/>
                  </a:lnTo>
                  <a:lnTo>
                    <a:pt x="752" y="70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69;p37">
              <a:extLst>
                <a:ext uri="{FF2B5EF4-FFF2-40B4-BE49-F238E27FC236}">
                  <a16:creationId xmlns:a16="http://schemas.microsoft.com/office/drawing/2014/main" id="{2C41231D-5E7C-2664-D6FC-7F2AE278702C}"/>
                </a:ext>
              </a:extLst>
            </p:cNvPr>
            <p:cNvSpPr/>
            <p:nvPr/>
          </p:nvSpPr>
          <p:spPr>
            <a:xfrm>
              <a:off x="7103141" y="2520447"/>
              <a:ext cx="72166" cy="86544"/>
            </a:xfrm>
            <a:custGeom>
              <a:avLst/>
              <a:gdLst/>
              <a:ahLst/>
              <a:cxnLst/>
              <a:rect l="l" t="t" r="r" b="b"/>
              <a:pathLst>
                <a:path w="753" h="903" extrusionOk="0">
                  <a:moveTo>
                    <a:pt x="301" y="1"/>
                  </a:moveTo>
                  <a:lnTo>
                    <a:pt x="1" y="201"/>
                  </a:lnTo>
                  <a:lnTo>
                    <a:pt x="427" y="903"/>
                  </a:lnTo>
                  <a:lnTo>
                    <a:pt x="752" y="702"/>
                  </a:lnTo>
                  <a:lnTo>
                    <a:pt x="301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670;p37">
              <a:extLst>
                <a:ext uri="{FF2B5EF4-FFF2-40B4-BE49-F238E27FC236}">
                  <a16:creationId xmlns:a16="http://schemas.microsoft.com/office/drawing/2014/main" id="{D620BE3A-41CA-FE82-45A6-2F497098A0F2}"/>
                </a:ext>
              </a:extLst>
            </p:cNvPr>
            <p:cNvSpPr/>
            <p:nvPr/>
          </p:nvSpPr>
          <p:spPr>
            <a:xfrm>
              <a:off x="7040654" y="2419624"/>
              <a:ext cx="69770" cy="86544"/>
            </a:xfrm>
            <a:custGeom>
              <a:avLst/>
              <a:gdLst/>
              <a:ahLst/>
              <a:cxnLst/>
              <a:rect l="l" t="t" r="r" b="b"/>
              <a:pathLst>
                <a:path w="728" h="903" extrusionOk="0">
                  <a:moveTo>
                    <a:pt x="302" y="0"/>
                  </a:moveTo>
                  <a:lnTo>
                    <a:pt x="1" y="201"/>
                  </a:lnTo>
                  <a:lnTo>
                    <a:pt x="427" y="902"/>
                  </a:lnTo>
                  <a:lnTo>
                    <a:pt x="728" y="702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671;p37">
              <a:extLst>
                <a:ext uri="{FF2B5EF4-FFF2-40B4-BE49-F238E27FC236}">
                  <a16:creationId xmlns:a16="http://schemas.microsoft.com/office/drawing/2014/main" id="{ED5917E4-842E-9A29-065F-AE3F95A3D460}"/>
                </a:ext>
              </a:extLst>
            </p:cNvPr>
            <p:cNvSpPr/>
            <p:nvPr/>
          </p:nvSpPr>
          <p:spPr>
            <a:xfrm>
              <a:off x="6975867" y="2318705"/>
              <a:ext cx="72166" cy="86544"/>
            </a:xfrm>
            <a:custGeom>
              <a:avLst/>
              <a:gdLst/>
              <a:ahLst/>
              <a:cxnLst/>
              <a:rect l="l" t="t" r="r" b="b"/>
              <a:pathLst>
                <a:path w="753" h="903" extrusionOk="0">
                  <a:moveTo>
                    <a:pt x="326" y="0"/>
                  </a:moveTo>
                  <a:lnTo>
                    <a:pt x="0" y="201"/>
                  </a:lnTo>
                  <a:lnTo>
                    <a:pt x="451" y="903"/>
                  </a:lnTo>
                  <a:lnTo>
                    <a:pt x="752" y="702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672;p37">
              <a:extLst>
                <a:ext uri="{FF2B5EF4-FFF2-40B4-BE49-F238E27FC236}">
                  <a16:creationId xmlns:a16="http://schemas.microsoft.com/office/drawing/2014/main" id="{D689FD42-B486-C9EF-C0CE-0C23E23A492E}"/>
                </a:ext>
              </a:extLst>
            </p:cNvPr>
            <p:cNvSpPr/>
            <p:nvPr/>
          </p:nvSpPr>
          <p:spPr>
            <a:xfrm>
              <a:off x="6913380" y="2217787"/>
              <a:ext cx="72166" cy="86639"/>
            </a:xfrm>
            <a:custGeom>
              <a:avLst/>
              <a:gdLst/>
              <a:ahLst/>
              <a:cxnLst/>
              <a:rect l="l" t="t" r="r" b="b"/>
              <a:pathLst>
                <a:path w="753" h="904" extrusionOk="0">
                  <a:moveTo>
                    <a:pt x="326" y="1"/>
                  </a:moveTo>
                  <a:lnTo>
                    <a:pt x="1" y="201"/>
                  </a:lnTo>
                  <a:lnTo>
                    <a:pt x="452" y="903"/>
                  </a:lnTo>
                  <a:lnTo>
                    <a:pt x="753" y="703"/>
                  </a:lnTo>
                  <a:lnTo>
                    <a:pt x="326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673;p37">
              <a:extLst>
                <a:ext uri="{FF2B5EF4-FFF2-40B4-BE49-F238E27FC236}">
                  <a16:creationId xmlns:a16="http://schemas.microsoft.com/office/drawing/2014/main" id="{E122CE65-8402-89C9-7872-AD01FCF20656}"/>
                </a:ext>
              </a:extLst>
            </p:cNvPr>
            <p:cNvSpPr/>
            <p:nvPr/>
          </p:nvSpPr>
          <p:spPr>
            <a:xfrm>
              <a:off x="6850989" y="2116964"/>
              <a:ext cx="72070" cy="86544"/>
            </a:xfrm>
            <a:custGeom>
              <a:avLst/>
              <a:gdLst/>
              <a:ahLst/>
              <a:cxnLst/>
              <a:rect l="l" t="t" r="r" b="b"/>
              <a:pathLst>
                <a:path w="752" h="903" extrusionOk="0">
                  <a:moveTo>
                    <a:pt x="301" y="0"/>
                  </a:moveTo>
                  <a:lnTo>
                    <a:pt x="0" y="201"/>
                  </a:lnTo>
                  <a:lnTo>
                    <a:pt x="451" y="902"/>
                  </a:lnTo>
                  <a:lnTo>
                    <a:pt x="752" y="70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674;p37">
              <a:extLst>
                <a:ext uri="{FF2B5EF4-FFF2-40B4-BE49-F238E27FC236}">
                  <a16:creationId xmlns:a16="http://schemas.microsoft.com/office/drawing/2014/main" id="{D6CC562F-FD82-107B-F3E3-3ED885401D3E}"/>
                </a:ext>
              </a:extLst>
            </p:cNvPr>
            <p:cNvSpPr/>
            <p:nvPr/>
          </p:nvSpPr>
          <p:spPr>
            <a:xfrm>
              <a:off x="6788502" y="2016045"/>
              <a:ext cx="72166" cy="86544"/>
            </a:xfrm>
            <a:custGeom>
              <a:avLst/>
              <a:gdLst/>
              <a:ahLst/>
              <a:cxnLst/>
              <a:rect l="l" t="t" r="r" b="b"/>
              <a:pathLst>
                <a:path w="753" h="903" extrusionOk="0">
                  <a:moveTo>
                    <a:pt x="301" y="0"/>
                  </a:moveTo>
                  <a:lnTo>
                    <a:pt x="0" y="201"/>
                  </a:lnTo>
                  <a:lnTo>
                    <a:pt x="426" y="903"/>
                  </a:lnTo>
                  <a:lnTo>
                    <a:pt x="752" y="702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675;p37">
              <a:extLst>
                <a:ext uri="{FF2B5EF4-FFF2-40B4-BE49-F238E27FC236}">
                  <a16:creationId xmlns:a16="http://schemas.microsoft.com/office/drawing/2014/main" id="{F5B6D1CA-65A7-3F7A-18B9-20B06486E789}"/>
                </a:ext>
              </a:extLst>
            </p:cNvPr>
            <p:cNvSpPr/>
            <p:nvPr/>
          </p:nvSpPr>
          <p:spPr>
            <a:xfrm>
              <a:off x="6726015" y="1915126"/>
              <a:ext cx="72166" cy="86639"/>
            </a:xfrm>
            <a:custGeom>
              <a:avLst/>
              <a:gdLst/>
              <a:ahLst/>
              <a:cxnLst/>
              <a:rect l="l" t="t" r="r" b="b"/>
              <a:pathLst>
                <a:path w="753" h="904" extrusionOk="0">
                  <a:moveTo>
                    <a:pt x="302" y="1"/>
                  </a:moveTo>
                  <a:lnTo>
                    <a:pt x="1" y="201"/>
                  </a:lnTo>
                  <a:lnTo>
                    <a:pt x="427" y="903"/>
                  </a:lnTo>
                  <a:lnTo>
                    <a:pt x="753" y="7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rgbClr val="394E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676;p37">
              <a:extLst>
                <a:ext uri="{FF2B5EF4-FFF2-40B4-BE49-F238E27FC236}">
                  <a16:creationId xmlns:a16="http://schemas.microsoft.com/office/drawing/2014/main" id="{BA0AC37A-0BEE-4A2D-B7C2-CA9E12E5B929}"/>
                </a:ext>
              </a:extLst>
            </p:cNvPr>
            <p:cNvSpPr/>
            <p:nvPr/>
          </p:nvSpPr>
          <p:spPr>
            <a:xfrm>
              <a:off x="5611505" y="1437175"/>
              <a:ext cx="2846470" cy="2394850"/>
            </a:xfrm>
            <a:custGeom>
              <a:avLst/>
              <a:gdLst/>
              <a:ahLst/>
              <a:cxnLst/>
              <a:rect l="l" t="t" r="r" b="b"/>
              <a:pathLst>
                <a:path w="29701" h="24988" extrusionOk="0">
                  <a:moveTo>
                    <a:pt x="14863" y="0"/>
                  </a:moveTo>
                  <a:lnTo>
                    <a:pt x="1" y="24988"/>
                  </a:lnTo>
                  <a:lnTo>
                    <a:pt x="29700" y="24988"/>
                  </a:lnTo>
                  <a:lnTo>
                    <a:pt x="148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677;p37">
              <a:extLst>
                <a:ext uri="{FF2B5EF4-FFF2-40B4-BE49-F238E27FC236}">
                  <a16:creationId xmlns:a16="http://schemas.microsoft.com/office/drawing/2014/main" id="{6608DAB8-8F4A-C685-B1C9-E2CBB6DC9FB5}"/>
                </a:ext>
              </a:extLst>
            </p:cNvPr>
            <p:cNvSpPr/>
            <p:nvPr/>
          </p:nvSpPr>
          <p:spPr>
            <a:xfrm>
              <a:off x="5611505" y="3137748"/>
              <a:ext cx="2846470" cy="694265"/>
            </a:xfrm>
            <a:custGeom>
              <a:avLst/>
              <a:gdLst/>
              <a:ahLst/>
              <a:cxnLst/>
              <a:rect l="l" t="t" r="r" b="b"/>
              <a:pathLst>
                <a:path w="29701" h="7244" extrusionOk="0">
                  <a:moveTo>
                    <a:pt x="4311" y="1"/>
                  </a:moveTo>
                  <a:lnTo>
                    <a:pt x="1" y="7244"/>
                  </a:lnTo>
                  <a:lnTo>
                    <a:pt x="29700" y="7244"/>
                  </a:lnTo>
                  <a:lnTo>
                    <a:pt x="253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678;p37">
              <a:extLst>
                <a:ext uri="{FF2B5EF4-FFF2-40B4-BE49-F238E27FC236}">
                  <a16:creationId xmlns:a16="http://schemas.microsoft.com/office/drawing/2014/main" id="{1CEB1CC0-8F34-E200-E54A-17969A4FD8E2}"/>
                </a:ext>
              </a:extLst>
            </p:cNvPr>
            <p:cNvSpPr/>
            <p:nvPr/>
          </p:nvSpPr>
          <p:spPr>
            <a:xfrm>
              <a:off x="6420960" y="1437175"/>
              <a:ext cx="1229883" cy="1035360"/>
            </a:xfrm>
            <a:custGeom>
              <a:avLst/>
              <a:gdLst/>
              <a:ahLst/>
              <a:cxnLst/>
              <a:rect l="l" t="t" r="r" b="b"/>
              <a:pathLst>
                <a:path w="12833" h="10803" extrusionOk="0">
                  <a:moveTo>
                    <a:pt x="6417" y="0"/>
                  </a:moveTo>
                  <a:lnTo>
                    <a:pt x="1" y="10802"/>
                  </a:lnTo>
                  <a:lnTo>
                    <a:pt x="12833" y="10802"/>
                  </a:lnTo>
                  <a:lnTo>
                    <a:pt x="64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679;p37">
              <a:extLst>
                <a:ext uri="{FF2B5EF4-FFF2-40B4-BE49-F238E27FC236}">
                  <a16:creationId xmlns:a16="http://schemas.microsoft.com/office/drawing/2014/main" id="{1B7056CD-19C0-24F2-F999-1614F4CE0751}"/>
                </a:ext>
              </a:extLst>
            </p:cNvPr>
            <p:cNvSpPr/>
            <p:nvPr/>
          </p:nvSpPr>
          <p:spPr>
            <a:xfrm>
              <a:off x="6420960" y="2102492"/>
              <a:ext cx="1229883" cy="370038"/>
            </a:xfrm>
            <a:custGeom>
              <a:avLst/>
              <a:gdLst/>
              <a:ahLst/>
              <a:cxnLst/>
              <a:rect l="l" t="t" r="r" b="b"/>
              <a:pathLst>
                <a:path w="12833" h="3861" extrusionOk="0">
                  <a:moveTo>
                    <a:pt x="2281" y="1"/>
                  </a:moveTo>
                  <a:lnTo>
                    <a:pt x="1" y="3860"/>
                  </a:lnTo>
                  <a:lnTo>
                    <a:pt x="12833" y="3860"/>
                  </a:lnTo>
                  <a:lnTo>
                    <a:pt x="105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680;p37">
              <a:extLst>
                <a:ext uri="{FF2B5EF4-FFF2-40B4-BE49-F238E27FC236}">
                  <a16:creationId xmlns:a16="http://schemas.microsoft.com/office/drawing/2014/main" id="{EE667B43-78DA-AFFB-3E9F-6F5267EEFF79}"/>
                </a:ext>
              </a:extLst>
            </p:cNvPr>
            <p:cNvSpPr/>
            <p:nvPr/>
          </p:nvSpPr>
          <p:spPr>
            <a:xfrm>
              <a:off x="7569110" y="1915126"/>
              <a:ext cx="161007" cy="158615"/>
            </a:xfrm>
            <a:custGeom>
              <a:avLst/>
              <a:gdLst/>
              <a:ahLst/>
              <a:cxnLst/>
              <a:rect l="l" t="t" r="r" b="b"/>
              <a:pathLst>
                <a:path w="1680" h="1655" extrusionOk="0">
                  <a:moveTo>
                    <a:pt x="302" y="1"/>
                  </a:moveTo>
                  <a:lnTo>
                    <a:pt x="1" y="277"/>
                  </a:lnTo>
                  <a:lnTo>
                    <a:pt x="1379" y="1655"/>
                  </a:lnTo>
                  <a:lnTo>
                    <a:pt x="1680" y="1354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681;p37">
              <a:extLst>
                <a:ext uri="{FF2B5EF4-FFF2-40B4-BE49-F238E27FC236}">
                  <a16:creationId xmlns:a16="http://schemas.microsoft.com/office/drawing/2014/main" id="{302D3361-4C44-13E0-3523-B2103D90A3C8}"/>
                </a:ext>
              </a:extLst>
            </p:cNvPr>
            <p:cNvSpPr/>
            <p:nvPr/>
          </p:nvSpPr>
          <p:spPr>
            <a:xfrm>
              <a:off x="7571506" y="1915126"/>
              <a:ext cx="156215" cy="158615"/>
            </a:xfrm>
            <a:custGeom>
              <a:avLst/>
              <a:gdLst/>
              <a:ahLst/>
              <a:cxnLst/>
              <a:rect l="l" t="t" r="r" b="b"/>
              <a:pathLst>
                <a:path w="1630" h="1655" extrusionOk="0">
                  <a:moveTo>
                    <a:pt x="1354" y="1"/>
                  </a:moveTo>
                  <a:lnTo>
                    <a:pt x="1" y="1354"/>
                  </a:lnTo>
                  <a:lnTo>
                    <a:pt x="277" y="1655"/>
                  </a:lnTo>
                  <a:lnTo>
                    <a:pt x="1630" y="277"/>
                  </a:lnTo>
                  <a:lnTo>
                    <a:pt x="135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682;p37">
              <a:extLst>
                <a:ext uri="{FF2B5EF4-FFF2-40B4-BE49-F238E27FC236}">
                  <a16:creationId xmlns:a16="http://schemas.microsoft.com/office/drawing/2014/main" id="{BB9F3F66-5C67-359E-15E3-7C75DEB189FC}"/>
                </a:ext>
              </a:extLst>
            </p:cNvPr>
            <p:cNvSpPr/>
            <p:nvPr/>
          </p:nvSpPr>
          <p:spPr>
            <a:xfrm>
              <a:off x="5882921" y="2025629"/>
              <a:ext cx="187458" cy="187463"/>
            </a:xfrm>
            <a:custGeom>
              <a:avLst/>
              <a:gdLst/>
              <a:ahLst/>
              <a:cxnLst/>
              <a:rect l="l" t="t" r="r" b="b"/>
              <a:pathLst>
                <a:path w="1956" h="1956" extrusionOk="0">
                  <a:moveTo>
                    <a:pt x="978" y="427"/>
                  </a:moveTo>
                  <a:cubicBezTo>
                    <a:pt x="1279" y="427"/>
                    <a:pt x="1530" y="677"/>
                    <a:pt x="1530" y="978"/>
                  </a:cubicBezTo>
                  <a:cubicBezTo>
                    <a:pt x="1530" y="1279"/>
                    <a:pt x="1279" y="1530"/>
                    <a:pt x="978" y="1530"/>
                  </a:cubicBezTo>
                  <a:cubicBezTo>
                    <a:pt x="652" y="1530"/>
                    <a:pt x="402" y="1279"/>
                    <a:pt x="402" y="978"/>
                  </a:cubicBezTo>
                  <a:cubicBezTo>
                    <a:pt x="402" y="677"/>
                    <a:pt x="652" y="427"/>
                    <a:pt x="978" y="427"/>
                  </a:cubicBezTo>
                  <a:close/>
                  <a:moveTo>
                    <a:pt x="978" y="1"/>
                  </a:moveTo>
                  <a:cubicBezTo>
                    <a:pt x="427" y="1"/>
                    <a:pt x="1" y="452"/>
                    <a:pt x="1" y="978"/>
                  </a:cubicBezTo>
                  <a:cubicBezTo>
                    <a:pt x="1" y="1505"/>
                    <a:pt x="427" y="1956"/>
                    <a:pt x="978" y="1956"/>
                  </a:cubicBezTo>
                  <a:cubicBezTo>
                    <a:pt x="1504" y="1956"/>
                    <a:pt x="1956" y="1505"/>
                    <a:pt x="1956" y="978"/>
                  </a:cubicBezTo>
                  <a:cubicBezTo>
                    <a:pt x="1956" y="452"/>
                    <a:pt x="1504" y="1"/>
                    <a:pt x="978" y="1"/>
                  </a:cubicBezTo>
                  <a:close/>
                </a:path>
              </a:pathLst>
            </a:custGeom>
            <a:solidFill>
              <a:srgbClr val="6186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683;p37">
              <a:extLst>
                <a:ext uri="{FF2B5EF4-FFF2-40B4-BE49-F238E27FC236}">
                  <a16:creationId xmlns:a16="http://schemas.microsoft.com/office/drawing/2014/main" id="{3D25F08F-862E-E730-1F96-CF0622C3BC35}"/>
                </a:ext>
              </a:extLst>
            </p:cNvPr>
            <p:cNvSpPr/>
            <p:nvPr/>
          </p:nvSpPr>
          <p:spPr>
            <a:xfrm>
              <a:off x="5882921" y="2025629"/>
              <a:ext cx="187458" cy="187463"/>
            </a:xfrm>
            <a:custGeom>
              <a:avLst/>
              <a:gdLst/>
              <a:ahLst/>
              <a:cxnLst/>
              <a:rect l="l" t="t" r="r" b="b"/>
              <a:pathLst>
                <a:path w="1956" h="1956" extrusionOk="0">
                  <a:moveTo>
                    <a:pt x="978" y="427"/>
                  </a:moveTo>
                  <a:cubicBezTo>
                    <a:pt x="1279" y="427"/>
                    <a:pt x="1530" y="677"/>
                    <a:pt x="1530" y="978"/>
                  </a:cubicBezTo>
                  <a:cubicBezTo>
                    <a:pt x="1530" y="1279"/>
                    <a:pt x="1279" y="1530"/>
                    <a:pt x="978" y="1530"/>
                  </a:cubicBezTo>
                  <a:cubicBezTo>
                    <a:pt x="652" y="1530"/>
                    <a:pt x="402" y="1279"/>
                    <a:pt x="402" y="978"/>
                  </a:cubicBezTo>
                  <a:cubicBezTo>
                    <a:pt x="402" y="677"/>
                    <a:pt x="652" y="427"/>
                    <a:pt x="978" y="427"/>
                  </a:cubicBezTo>
                  <a:close/>
                  <a:moveTo>
                    <a:pt x="978" y="1"/>
                  </a:moveTo>
                  <a:cubicBezTo>
                    <a:pt x="427" y="1"/>
                    <a:pt x="1" y="452"/>
                    <a:pt x="1" y="978"/>
                  </a:cubicBezTo>
                  <a:cubicBezTo>
                    <a:pt x="1" y="1505"/>
                    <a:pt x="427" y="1956"/>
                    <a:pt x="978" y="1956"/>
                  </a:cubicBezTo>
                  <a:cubicBezTo>
                    <a:pt x="1504" y="1956"/>
                    <a:pt x="1956" y="1505"/>
                    <a:pt x="1956" y="978"/>
                  </a:cubicBezTo>
                  <a:cubicBezTo>
                    <a:pt x="1956" y="452"/>
                    <a:pt x="1504" y="1"/>
                    <a:pt x="9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684;p37">
              <a:extLst>
                <a:ext uri="{FF2B5EF4-FFF2-40B4-BE49-F238E27FC236}">
                  <a16:creationId xmlns:a16="http://schemas.microsoft.com/office/drawing/2014/main" id="{2FB67C8F-4479-6BB8-807E-028496B3E058}"/>
                </a:ext>
              </a:extLst>
            </p:cNvPr>
            <p:cNvSpPr/>
            <p:nvPr/>
          </p:nvSpPr>
          <p:spPr>
            <a:xfrm>
              <a:off x="8371377" y="2539711"/>
              <a:ext cx="36131" cy="52904"/>
            </a:xfrm>
            <a:custGeom>
              <a:avLst/>
              <a:gdLst/>
              <a:ahLst/>
              <a:cxnLst/>
              <a:rect l="l" t="t" r="r" b="b"/>
              <a:pathLst>
                <a:path w="377" h="552" extrusionOk="0">
                  <a:moveTo>
                    <a:pt x="1" y="0"/>
                  </a:moveTo>
                  <a:lnTo>
                    <a:pt x="1" y="552"/>
                  </a:lnTo>
                  <a:lnTo>
                    <a:pt x="377" y="552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685;p37">
              <a:extLst>
                <a:ext uri="{FF2B5EF4-FFF2-40B4-BE49-F238E27FC236}">
                  <a16:creationId xmlns:a16="http://schemas.microsoft.com/office/drawing/2014/main" id="{E0153011-0B35-AA2C-2BE0-EE64741EB25C}"/>
                </a:ext>
              </a:extLst>
            </p:cNvPr>
            <p:cNvSpPr/>
            <p:nvPr/>
          </p:nvSpPr>
          <p:spPr>
            <a:xfrm>
              <a:off x="8371377" y="2616574"/>
              <a:ext cx="36131" cy="52904"/>
            </a:xfrm>
            <a:custGeom>
              <a:avLst/>
              <a:gdLst/>
              <a:ahLst/>
              <a:cxnLst/>
              <a:rect l="l" t="t" r="r" b="b"/>
              <a:pathLst>
                <a:path w="377" h="552" extrusionOk="0">
                  <a:moveTo>
                    <a:pt x="1" y="0"/>
                  </a:moveTo>
                  <a:lnTo>
                    <a:pt x="1" y="552"/>
                  </a:lnTo>
                  <a:lnTo>
                    <a:pt x="377" y="552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686;p37">
              <a:extLst>
                <a:ext uri="{FF2B5EF4-FFF2-40B4-BE49-F238E27FC236}">
                  <a16:creationId xmlns:a16="http://schemas.microsoft.com/office/drawing/2014/main" id="{D3EFE706-AFC7-2B88-C8F2-E5443E2C9C38}"/>
                </a:ext>
              </a:extLst>
            </p:cNvPr>
            <p:cNvSpPr/>
            <p:nvPr/>
          </p:nvSpPr>
          <p:spPr>
            <a:xfrm>
              <a:off x="8371377" y="2693437"/>
              <a:ext cx="36131" cy="52904"/>
            </a:xfrm>
            <a:custGeom>
              <a:avLst/>
              <a:gdLst/>
              <a:ahLst/>
              <a:cxnLst/>
              <a:rect l="l" t="t" r="r" b="b"/>
              <a:pathLst>
                <a:path w="377" h="552" extrusionOk="0">
                  <a:moveTo>
                    <a:pt x="1" y="0"/>
                  </a:moveTo>
                  <a:lnTo>
                    <a:pt x="1" y="552"/>
                  </a:lnTo>
                  <a:lnTo>
                    <a:pt x="377" y="552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687;p37">
              <a:extLst>
                <a:ext uri="{FF2B5EF4-FFF2-40B4-BE49-F238E27FC236}">
                  <a16:creationId xmlns:a16="http://schemas.microsoft.com/office/drawing/2014/main" id="{EBE655D4-08A0-97EE-6126-3A466D73C71A}"/>
                </a:ext>
              </a:extLst>
            </p:cNvPr>
            <p:cNvSpPr/>
            <p:nvPr/>
          </p:nvSpPr>
          <p:spPr>
            <a:xfrm>
              <a:off x="8371377" y="2770300"/>
              <a:ext cx="36131" cy="50508"/>
            </a:xfrm>
            <a:custGeom>
              <a:avLst/>
              <a:gdLst/>
              <a:ahLst/>
              <a:cxnLst/>
              <a:rect l="l" t="t" r="r" b="b"/>
              <a:pathLst>
                <a:path w="377" h="527" extrusionOk="0">
                  <a:moveTo>
                    <a:pt x="1" y="0"/>
                  </a:moveTo>
                  <a:lnTo>
                    <a:pt x="1" y="527"/>
                  </a:lnTo>
                  <a:lnTo>
                    <a:pt x="377" y="527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688;p37">
              <a:extLst>
                <a:ext uri="{FF2B5EF4-FFF2-40B4-BE49-F238E27FC236}">
                  <a16:creationId xmlns:a16="http://schemas.microsoft.com/office/drawing/2014/main" id="{5428AB1D-2204-BE6F-D5EB-CC0C0321411D}"/>
                </a:ext>
              </a:extLst>
            </p:cNvPr>
            <p:cNvSpPr/>
            <p:nvPr/>
          </p:nvSpPr>
          <p:spPr>
            <a:xfrm>
              <a:off x="8371377" y="2847163"/>
              <a:ext cx="36131" cy="50508"/>
            </a:xfrm>
            <a:custGeom>
              <a:avLst/>
              <a:gdLst/>
              <a:ahLst/>
              <a:cxnLst/>
              <a:rect l="l" t="t" r="r" b="b"/>
              <a:pathLst>
                <a:path w="377" h="527" extrusionOk="0">
                  <a:moveTo>
                    <a:pt x="1" y="0"/>
                  </a:moveTo>
                  <a:lnTo>
                    <a:pt x="1" y="527"/>
                  </a:lnTo>
                  <a:lnTo>
                    <a:pt x="377" y="527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689;p37">
              <a:extLst>
                <a:ext uri="{FF2B5EF4-FFF2-40B4-BE49-F238E27FC236}">
                  <a16:creationId xmlns:a16="http://schemas.microsoft.com/office/drawing/2014/main" id="{13F08202-865E-2510-0510-6511B638232F}"/>
                </a:ext>
              </a:extLst>
            </p:cNvPr>
            <p:cNvSpPr/>
            <p:nvPr/>
          </p:nvSpPr>
          <p:spPr>
            <a:xfrm>
              <a:off x="8371377" y="2924027"/>
              <a:ext cx="36131" cy="50508"/>
            </a:xfrm>
            <a:custGeom>
              <a:avLst/>
              <a:gdLst/>
              <a:ahLst/>
              <a:cxnLst/>
              <a:rect l="l" t="t" r="r" b="b"/>
              <a:pathLst>
                <a:path w="377" h="527" extrusionOk="0">
                  <a:moveTo>
                    <a:pt x="1" y="0"/>
                  </a:moveTo>
                  <a:lnTo>
                    <a:pt x="1" y="527"/>
                  </a:lnTo>
                  <a:lnTo>
                    <a:pt x="377" y="527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690;p37">
              <a:extLst>
                <a:ext uri="{FF2B5EF4-FFF2-40B4-BE49-F238E27FC236}">
                  <a16:creationId xmlns:a16="http://schemas.microsoft.com/office/drawing/2014/main" id="{06ED7F74-3C0E-286F-D150-6249FE15CCB8}"/>
                </a:ext>
              </a:extLst>
            </p:cNvPr>
            <p:cNvSpPr/>
            <p:nvPr/>
          </p:nvSpPr>
          <p:spPr>
            <a:xfrm>
              <a:off x="8371377" y="3000890"/>
              <a:ext cx="36131" cy="50508"/>
            </a:xfrm>
            <a:custGeom>
              <a:avLst/>
              <a:gdLst/>
              <a:ahLst/>
              <a:cxnLst/>
              <a:rect l="l" t="t" r="r" b="b"/>
              <a:pathLst>
                <a:path w="377" h="527" extrusionOk="0">
                  <a:moveTo>
                    <a:pt x="1" y="0"/>
                  </a:moveTo>
                  <a:lnTo>
                    <a:pt x="1" y="527"/>
                  </a:lnTo>
                  <a:lnTo>
                    <a:pt x="377" y="527"/>
                  </a:lnTo>
                  <a:lnTo>
                    <a:pt x="3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691;p37">
              <a:extLst>
                <a:ext uri="{FF2B5EF4-FFF2-40B4-BE49-F238E27FC236}">
                  <a16:creationId xmlns:a16="http://schemas.microsoft.com/office/drawing/2014/main" id="{55865631-A6CE-0830-F359-DF6477E4F0D0}"/>
                </a:ext>
              </a:extLst>
            </p:cNvPr>
            <p:cNvSpPr/>
            <p:nvPr/>
          </p:nvSpPr>
          <p:spPr>
            <a:xfrm>
              <a:off x="7297694" y="2743849"/>
              <a:ext cx="795164" cy="129767"/>
            </a:xfrm>
            <a:custGeom>
              <a:avLst/>
              <a:gdLst/>
              <a:ahLst/>
              <a:cxnLst/>
              <a:rect l="l" t="t" r="r" b="b"/>
              <a:pathLst>
                <a:path w="8297" h="1354" extrusionOk="0">
                  <a:moveTo>
                    <a:pt x="176" y="1"/>
                  </a:moveTo>
                  <a:lnTo>
                    <a:pt x="1" y="176"/>
                  </a:lnTo>
                  <a:lnTo>
                    <a:pt x="677" y="928"/>
                  </a:lnTo>
                  <a:cubicBezTo>
                    <a:pt x="826" y="1117"/>
                    <a:pt x="1047" y="1211"/>
                    <a:pt x="1270" y="1211"/>
                  </a:cubicBezTo>
                  <a:cubicBezTo>
                    <a:pt x="1462" y="1211"/>
                    <a:pt x="1655" y="1142"/>
                    <a:pt x="1805" y="1003"/>
                  </a:cubicBezTo>
                  <a:lnTo>
                    <a:pt x="2407" y="477"/>
                  </a:lnTo>
                  <a:cubicBezTo>
                    <a:pt x="2532" y="376"/>
                    <a:pt x="2682" y="326"/>
                    <a:pt x="2833" y="326"/>
                  </a:cubicBezTo>
                  <a:cubicBezTo>
                    <a:pt x="2983" y="351"/>
                    <a:pt x="3108" y="402"/>
                    <a:pt x="3209" y="527"/>
                  </a:cubicBezTo>
                  <a:lnTo>
                    <a:pt x="3660" y="1028"/>
                  </a:lnTo>
                  <a:cubicBezTo>
                    <a:pt x="3785" y="1204"/>
                    <a:pt x="3986" y="1304"/>
                    <a:pt x="4211" y="1304"/>
                  </a:cubicBezTo>
                  <a:cubicBezTo>
                    <a:pt x="4237" y="1307"/>
                    <a:pt x="4263" y="1309"/>
                    <a:pt x="4289" y="1309"/>
                  </a:cubicBezTo>
                  <a:cubicBezTo>
                    <a:pt x="4468" y="1309"/>
                    <a:pt x="4656" y="1235"/>
                    <a:pt x="4788" y="1103"/>
                  </a:cubicBezTo>
                  <a:lnTo>
                    <a:pt x="5339" y="627"/>
                  </a:lnTo>
                  <a:cubicBezTo>
                    <a:pt x="5423" y="523"/>
                    <a:pt x="5541" y="470"/>
                    <a:pt x="5680" y="470"/>
                  </a:cubicBezTo>
                  <a:cubicBezTo>
                    <a:pt x="5707" y="470"/>
                    <a:pt x="5736" y="473"/>
                    <a:pt x="5765" y="477"/>
                  </a:cubicBezTo>
                  <a:cubicBezTo>
                    <a:pt x="5916" y="502"/>
                    <a:pt x="6041" y="577"/>
                    <a:pt x="6141" y="677"/>
                  </a:cubicBezTo>
                  <a:lnTo>
                    <a:pt x="6417" y="1028"/>
                  </a:lnTo>
                  <a:cubicBezTo>
                    <a:pt x="6567" y="1229"/>
                    <a:pt x="6768" y="1329"/>
                    <a:pt x="7018" y="1354"/>
                  </a:cubicBezTo>
                  <a:cubicBezTo>
                    <a:pt x="7244" y="1354"/>
                    <a:pt x="7469" y="1254"/>
                    <a:pt x="7645" y="1078"/>
                  </a:cubicBezTo>
                  <a:lnTo>
                    <a:pt x="8296" y="376"/>
                  </a:lnTo>
                  <a:lnTo>
                    <a:pt x="8121" y="226"/>
                  </a:lnTo>
                  <a:lnTo>
                    <a:pt x="7444" y="928"/>
                  </a:lnTo>
                  <a:cubicBezTo>
                    <a:pt x="7344" y="1053"/>
                    <a:pt x="7194" y="1103"/>
                    <a:pt x="7018" y="1103"/>
                  </a:cubicBezTo>
                  <a:cubicBezTo>
                    <a:pt x="6868" y="1103"/>
                    <a:pt x="6718" y="1028"/>
                    <a:pt x="6617" y="878"/>
                  </a:cubicBezTo>
                  <a:lnTo>
                    <a:pt x="6342" y="527"/>
                  </a:lnTo>
                  <a:cubicBezTo>
                    <a:pt x="6191" y="376"/>
                    <a:pt x="5991" y="251"/>
                    <a:pt x="5765" y="226"/>
                  </a:cubicBezTo>
                  <a:cubicBezTo>
                    <a:pt x="5565" y="226"/>
                    <a:pt x="5339" y="301"/>
                    <a:pt x="5164" y="427"/>
                  </a:cubicBezTo>
                  <a:lnTo>
                    <a:pt x="4637" y="928"/>
                  </a:lnTo>
                  <a:cubicBezTo>
                    <a:pt x="4512" y="1028"/>
                    <a:pt x="4362" y="1078"/>
                    <a:pt x="4211" y="1078"/>
                  </a:cubicBezTo>
                  <a:cubicBezTo>
                    <a:pt x="4061" y="1053"/>
                    <a:pt x="3936" y="1003"/>
                    <a:pt x="3835" y="878"/>
                  </a:cubicBezTo>
                  <a:lnTo>
                    <a:pt x="3384" y="351"/>
                  </a:lnTo>
                  <a:cubicBezTo>
                    <a:pt x="3259" y="201"/>
                    <a:pt x="3058" y="101"/>
                    <a:pt x="2833" y="101"/>
                  </a:cubicBezTo>
                  <a:cubicBezTo>
                    <a:pt x="2807" y="98"/>
                    <a:pt x="2781" y="96"/>
                    <a:pt x="2755" y="96"/>
                  </a:cubicBezTo>
                  <a:cubicBezTo>
                    <a:pt x="2581" y="96"/>
                    <a:pt x="2409" y="167"/>
                    <a:pt x="2256" y="276"/>
                  </a:cubicBezTo>
                  <a:lnTo>
                    <a:pt x="1630" y="828"/>
                  </a:lnTo>
                  <a:cubicBezTo>
                    <a:pt x="1527" y="919"/>
                    <a:pt x="1398" y="964"/>
                    <a:pt x="1269" y="964"/>
                  </a:cubicBezTo>
                  <a:cubicBezTo>
                    <a:pt x="1115" y="964"/>
                    <a:pt x="962" y="900"/>
                    <a:pt x="853" y="777"/>
                  </a:cubicBezTo>
                  <a:lnTo>
                    <a:pt x="17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692;p37">
              <a:extLst>
                <a:ext uri="{FF2B5EF4-FFF2-40B4-BE49-F238E27FC236}">
                  <a16:creationId xmlns:a16="http://schemas.microsoft.com/office/drawing/2014/main" id="{C281EE37-7FE4-F37F-CAFC-A388916921D3}"/>
                </a:ext>
              </a:extLst>
            </p:cNvPr>
            <p:cNvSpPr/>
            <p:nvPr/>
          </p:nvSpPr>
          <p:spPr>
            <a:xfrm>
              <a:off x="7405800" y="1593298"/>
              <a:ext cx="756733" cy="319531"/>
            </a:xfrm>
            <a:custGeom>
              <a:avLst/>
              <a:gdLst/>
              <a:ahLst/>
              <a:cxnLst/>
              <a:rect l="l" t="t" r="r" b="b"/>
              <a:pathLst>
                <a:path w="7896" h="3334" extrusionOk="0">
                  <a:moveTo>
                    <a:pt x="2256" y="0"/>
                  </a:moveTo>
                  <a:lnTo>
                    <a:pt x="1" y="3083"/>
                  </a:lnTo>
                  <a:lnTo>
                    <a:pt x="326" y="3334"/>
                  </a:lnTo>
                  <a:lnTo>
                    <a:pt x="2457" y="427"/>
                  </a:lnTo>
                  <a:lnTo>
                    <a:pt x="7895" y="427"/>
                  </a:lnTo>
                  <a:lnTo>
                    <a:pt x="78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693;p37">
              <a:extLst>
                <a:ext uri="{FF2B5EF4-FFF2-40B4-BE49-F238E27FC236}">
                  <a16:creationId xmlns:a16="http://schemas.microsoft.com/office/drawing/2014/main" id="{FAE2EE9C-7926-AA97-39F5-00B082CA6834}"/>
                </a:ext>
              </a:extLst>
            </p:cNvPr>
            <p:cNvSpPr/>
            <p:nvPr/>
          </p:nvSpPr>
          <p:spPr>
            <a:xfrm>
              <a:off x="8092774" y="1545282"/>
              <a:ext cx="137048" cy="136955"/>
            </a:xfrm>
            <a:custGeom>
              <a:avLst/>
              <a:gdLst/>
              <a:ahLst/>
              <a:cxnLst/>
              <a:rect l="l" t="t" r="r" b="b"/>
              <a:pathLst>
                <a:path w="1430" h="1429" extrusionOk="0">
                  <a:moveTo>
                    <a:pt x="727" y="0"/>
                  </a:moveTo>
                  <a:cubicBezTo>
                    <a:pt x="326" y="0"/>
                    <a:pt x="0" y="326"/>
                    <a:pt x="0" y="702"/>
                  </a:cubicBezTo>
                  <a:cubicBezTo>
                    <a:pt x="0" y="1103"/>
                    <a:pt x="326" y="1429"/>
                    <a:pt x="727" y="1429"/>
                  </a:cubicBezTo>
                  <a:cubicBezTo>
                    <a:pt x="1128" y="1429"/>
                    <a:pt x="1429" y="1103"/>
                    <a:pt x="1429" y="702"/>
                  </a:cubicBezTo>
                  <a:cubicBezTo>
                    <a:pt x="1429" y="326"/>
                    <a:pt x="1128" y="0"/>
                    <a:pt x="7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694;p37">
              <a:extLst>
                <a:ext uri="{FF2B5EF4-FFF2-40B4-BE49-F238E27FC236}">
                  <a16:creationId xmlns:a16="http://schemas.microsoft.com/office/drawing/2014/main" id="{08D1EE85-406B-26B3-4750-86C8F6874CBC}"/>
                </a:ext>
              </a:extLst>
            </p:cNvPr>
            <p:cNvSpPr/>
            <p:nvPr/>
          </p:nvSpPr>
          <p:spPr>
            <a:xfrm>
              <a:off x="6346493" y="2318705"/>
              <a:ext cx="362841" cy="28944"/>
            </a:xfrm>
            <a:custGeom>
              <a:avLst/>
              <a:gdLst/>
              <a:ahLst/>
              <a:cxnLst/>
              <a:rect l="l" t="t" r="r" b="b"/>
              <a:pathLst>
                <a:path w="3786" h="302" extrusionOk="0">
                  <a:moveTo>
                    <a:pt x="1" y="0"/>
                  </a:moveTo>
                  <a:lnTo>
                    <a:pt x="1" y="301"/>
                  </a:lnTo>
                  <a:lnTo>
                    <a:pt x="3785" y="301"/>
                  </a:lnTo>
                  <a:lnTo>
                    <a:pt x="37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695;p37">
              <a:extLst>
                <a:ext uri="{FF2B5EF4-FFF2-40B4-BE49-F238E27FC236}">
                  <a16:creationId xmlns:a16="http://schemas.microsoft.com/office/drawing/2014/main" id="{0054F1F9-E51A-821D-A284-28B6A54EE529}"/>
                </a:ext>
              </a:extLst>
            </p:cNvPr>
            <p:cNvSpPr/>
            <p:nvPr/>
          </p:nvSpPr>
          <p:spPr>
            <a:xfrm>
              <a:off x="6488239" y="2227466"/>
              <a:ext cx="199438" cy="26452"/>
            </a:xfrm>
            <a:custGeom>
              <a:avLst/>
              <a:gdLst/>
              <a:ahLst/>
              <a:cxnLst/>
              <a:rect l="l" t="t" r="r" b="b"/>
              <a:pathLst>
                <a:path w="2081" h="276" extrusionOk="0">
                  <a:moveTo>
                    <a:pt x="1" y="0"/>
                  </a:moveTo>
                  <a:lnTo>
                    <a:pt x="1" y="276"/>
                  </a:lnTo>
                  <a:lnTo>
                    <a:pt x="2081" y="276"/>
                  </a:lnTo>
                  <a:lnTo>
                    <a:pt x="20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696;p37">
              <a:extLst>
                <a:ext uri="{FF2B5EF4-FFF2-40B4-BE49-F238E27FC236}">
                  <a16:creationId xmlns:a16="http://schemas.microsoft.com/office/drawing/2014/main" id="{08C82430-AE8A-A837-67A5-DC9265DD40CB}"/>
                </a:ext>
              </a:extLst>
            </p:cNvPr>
            <p:cNvSpPr/>
            <p:nvPr/>
          </p:nvSpPr>
          <p:spPr>
            <a:xfrm>
              <a:off x="7809378" y="3298758"/>
              <a:ext cx="756637" cy="317135"/>
            </a:xfrm>
            <a:custGeom>
              <a:avLst/>
              <a:gdLst/>
              <a:ahLst/>
              <a:cxnLst/>
              <a:rect l="l" t="t" r="r" b="b"/>
              <a:pathLst>
                <a:path w="7895" h="3309" extrusionOk="0">
                  <a:moveTo>
                    <a:pt x="2256" y="0"/>
                  </a:moveTo>
                  <a:lnTo>
                    <a:pt x="0" y="3083"/>
                  </a:lnTo>
                  <a:lnTo>
                    <a:pt x="326" y="3308"/>
                  </a:lnTo>
                  <a:lnTo>
                    <a:pt x="2456" y="401"/>
                  </a:lnTo>
                  <a:lnTo>
                    <a:pt x="7895" y="401"/>
                  </a:lnTo>
                  <a:lnTo>
                    <a:pt x="78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697;p37">
              <a:extLst>
                <a:ext uri="{FF2B5EF4-FFF2-40B4-BE49-F238E27FC236}">
                  <a16:creationId xmlns:a16="http://schemas.microsoft.com/office/drawing/2014/main" id="{D9060C0A-D179-29A6-8FA9-DF1137284B1F}"/>
                </a:ext>
              </a:extLst>
            </p:cNvPr>
            <p:cNvSpPr/>
            <p:nvPr/>
          </p:nvSpPr>
          <p:spPr>
            <a:xfrm>
              <a:off x="8496351" y="3248251"/>
              <a:ext cx="139348" cy="139447"/>
            </a:xfrm>
            <a:custGeom>
              <a:avLst/>
              <a:gdLst/>
              <a:ahLst/>
              <a:cxnLst/>
              <a:rect l="l" t="t" r="r" b="b"/>
              <a:pathLst>
                <a:path w="1454" h="1455" extrusionOk="0">
                  <a:moveTo>
                    <a:pt x="727" y="1"/>
                  </a:moveTo>
                  <a:cubicBezTo>
                    <a:pt x="326" y="1"/>
                    <a:pt x="0" y="327"/>
                    <a:pt x="0" y="728"/>
                  </a:cubicBezTo>
                  <a:cubicBezTo>
                    <a:pt x="0" y="1129"/>
                    <a:pt x="326" y="1454"/>
                    <a:pt x="727" y="1454"/>
                  </a:cubicBezTo>
                  <a:cubicBezTo>
                    <a:pt x="1128" y="1454"/>
                    <a:pt x="1454" y="1129"/>
                    <a:pt x="1454" y="728"/>
                  </a:cubicBezTo>
                  <a:cubicBezTo>
                    <a:pt x="1454" y="327"/>
                    <a:pt x="1128" y="1"/>
                    <a:pt x="7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5" name="Google Shape;1698;p37">
              <a:extLst>
                <a:ext uri="{FF2B5EF4-FFF2-40B4-BE49-F238E27FC236}">
                  <a16:creationId xmlns:a16="http://schemas.microsoft.com/office/drawing/2014/main" id="{3F2BD83A-8D23-91A0-D453-A94356172D20}"/>
                </a:ext>
              </a:extLst>
            </p:cNvPr>
            <p:cNvGrpSpPr/>
            <p:nvPr/>
          </p:nvGrpSpPr>
          <p:grpSpPr>
            <a:xfrm>
              <a:off x="5306450" y="1672557"/>
              <a:ext cx="1426848" cy="2159452"/>
              <a:chOff x="5306450" y="1672557"/>
              <a:chExt cx="1426848" cy="2159452"/>
            </a:xfrm>
          </p:grpSpPr>
          <p:sp>
            <p:nvSpPr>
              <p:cNvPr id="1488" name="Google Shape;1699;p37">
                <a:extLst>
                  <a:ext uri="{FF2B5EF4-FFF2-40B4-BE49-F238E27FC236}">
                    <a16:creationId xmlns:a16="http://schemas.microsoft.com/office/drawing/2014/main" id="{FD407FA2-631E-1107-29FC-990AF2CF0109}"/>
                  </a:ext>
                </a:extLst>
              </p:cNvPr>
              <p:cNvSpPr/>
              <p:nvPr/>
            </p:nvSpPr>
            <p:spPr>
              <a:xfrm>
                <a:off x="6661228" y="1814303"/>
                <a:ext cx="72070" cy="86544"/>
              </a:xfrm>
              <a:custGeom>
                <a:avLst/>
                <a:gdLst/>
                <a:ahLst/>
                <a:cxnLst/>
                <a:rect l="l" t="t" r="r" b="b"/>
                <a:pathLst>
                  <a:path w="752" h="903" extrusionOk="0">
                    <a:moveTo>
                      <a:pt x="326" y="0"/>
                    </a:moveTo>
                    <a:lnTo>
                      <a:pt x="0" y="201"/>
                    </a:lnTo>
                    <a:lnTo>
                      <a:pt x="451" y="902"/>
                    </a:lnTo>
                    <a:lnTo>
                      <a:pt x="752" y="702"/>
                    </a:lnTo>
                    <a:lnTo>
                      <a:pt x="32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700;p37">
                <a:extLst>
                  <a:ext uri="{FF2B5EF4-FFF2-40B4-BE49-F238E27FC236}">
                    <a16:creationId xmlns:a16="http://schemas.microsoft.com/office/drawing/2014/main" id="{DA6EB19F-B47F-6CD3-858E-F32A341D649C}"/>
                  </a:ext>
                </a:extLst>
              </p:cNvPr>
              <p:cNvSpPr/>
              <p:nvPr/>
            </p:nvSpPr>
            <p:spPr>
              <a:xfrm>
                <a:off x="6598741" y="1713384"/>
                <a:ext cx="72166" cy="86544"/>
              </a:xfrm>
              <a:custGeom>
                <a:avLst/>
                <a:gdLst/>
                <a:ahLst/>
                <a:cxnLst/>
                <a:rect l="l" t="t" r="r" b="b"/>
                <a:pathLst>
                  <a:path w="753" h="903" extrusionOk="0">
                    <a:moveTo>
                      <a:pt x="326" y="1"/>
                    </a:moveTo>
                    <a:lnTo>
                      <a:pt x="0" y="201"/>
                    </a:lnTo>
                    <a:lnTo>
                      <a:pt x="452" y="903"/>
                    </a:lnTo>
                    <a:lnTo>
                      <a:pt x="752" y="702"/>
                    </a:lnTo>
                    <a:lnTo>
                      <a:pt x="32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701;p37">
                <a:extLst>
                  <a:ext uri="{FF2B5EF4-FFF2-40B4-BE49-F238E27FC236}">
                    <a16:creationId xmlns:a16="http://schemas.microsoft.com/office/drawing/2014/main" id="{D8E76861-1D9C-B6FA-5ABA-B272DDF9BBA2}"/>
                  </a:ext>
                </a:extLst>
              </p:cNvPr>
              <p:cNvSpPr/>
              <p:nvPr/>
            </p:nvSpPr>
            <p:spPr>
              <a:xfrm>
                <a:off x="6531462" y="1672557"/>
                <a:ext cx="72166" cy="88940"/>
              </a:xfrm>
              <a:custGeom>
                <a:avLst/>
                <a:gdLst/>
                <a:ahLst/>
                <a:cxnLst/>
                <a:rect l="l" t="t" r="r" b="b"/>
                <a:pathLst>
                  <a:path w="753" h="928" extrusionOk="0">
                    <a:moveTo>
                      <a:pt x="427" y="1"/>
                    </a:moveTo>
                    <a:lnTo>
                      <a:pt x="1" y="727"/>
                    </a:lnTo>
                    <a:lnTo>
                      <a:pt x="301" y="928"/>
                    </a:lnTo>
                    <a:lnTo>
                      <a:pt x="753" y="201"/>
                    </a:lnTo>
                    <a:lnTo>
                      <a:pt x="42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702;p37">
                <a:extLst>
                  <a:ext uri="{FF2B5EF4-FFF2-40B4-BE49-F238E27FC236}">
                    <a16:creationId xmlns:a16="http://schemas.microsoft.com/office/drawing/2014/main" id="{F55864F8-25AD-6E6F-5172-95EF97E6318F}"/>
                  </a:ext>
                </a:extLst>
              </p:cNvPr>
              <p:cNvSpPr/>
              <p:nvPr/>
            </p:nvSpPr>
            <p:spPr>
              <a:xfrm>
                <a:off x="6469071" y="1778267"/>
                <a:ext cx="72070" cy="86544"/>
              </a:xfrm>
              <a:custGeom>
                <a:avLst/>
                <a:gdLst/>
                <a:ahLst/>
                <a:cxnLst/>
                <a:rect l="l" t="t" r="r" b="b"/>
                <a:pathLst>
                  <a:path w="752" h="903" extrusionOk="0">
                    <a:moveTo>
                      <a:pt x="451" y="0"/>
                    </a:moveTo>
                    <a:lnTo>
                      <a:pt x="0" y="702"/>
                    </a:lnTo>
                    <a:lnTo>
                      <a:pt x="326" y="903"/>
                    </a:lnTo>
                    <a:lnTo>
                      <a:pt x="752" y="176"/>
                    </a:lnTo>
                    <a:lnTo>
                      <a:pt x="45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703;p37">
                <a:extLst>
                  <a:ext uri="{FF2B5EF4-FFF2-40B4-BE49-F238E27FC236}">
                    <a16:creationId xmlns:a16="http://schemas.microsoft.com/office/drawing/2014/main" id="{A1640DB2-5E25-CC0D-D7CF-9056C2DE1735}"/>
                  </a:ext>
                </a:extLst>
              </p:cNvPr>
              <p:cNvSpPr/>
              <p:nvPr/>
            </p:nvSpPr>
            <p:spPr>
              <a:xfrm>
                <a:off x="6408980" y="1881486"/>
                <a:ext cx="72166" cy="86639"/>
              </a:xfrm>
              <a:custGeom>
                <a:avLst/>
                <a:gdLst/>
                <a:ahLst/>
                <a:cxnLst/>
                <a:rect l="l" t="t" r="r" b="b"/>
                <a:pathLst>
                  <a:path w="753" h="904" extrusionOk="0">
                    <a:moveTo>
                      <a:pt x="427" y="1"/>
                    </a:moveTo>
                    <a:lnTo>
                      <a:pt x="0" y="728"/>
                    </a:lnTo>
                    <a:lnTo>
                      <a:pt x="301" y="903"/>
                    </a:lnTo>
                    <a:lnTo>
                      <a:pt x="752" y="176"/>
                    </a:lnTo>
                    <a:lnTo>
                      <a:pt x="42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704;p37">
                <a:extLst>
                  <a:ext uri="{FF2B5EF4-FFF2-40B4-BE49-F238E27FC236}">
                    <a16:creationId xmlns:a16="http://schemas.microsoft.com/office/drawing/2014/main" id="{170135A1-D16E-677B-AE40-D550B085F539}"/>
                  </a:ext>
                </a:extLst>
              </p:cNvPr>
              <p:cNvSpPr/>
              <p:nvPr/>
            </p:nvSpPr>
            <p:spPr>
              <a:xfrm>
                <a:off x="6346493" y="1984801"/>
                <a:ext cx="72166" cy="86544"/>
              </a:xfrm>
              <a:custGeom>
                <a:avLst/>
                <a:gdLst/>
                <a:ahLst/>
                <a:cxnLst/>
                <a:rect l="l" t="t" r="r" b="b"/>
                <a:pathLst>
                  <a:path w="753" h="903" extrusionOk="0">
                    <a:moveTo>
                      <a:pt x="452" y="1"/>
                    </a:moveTo>
                    <a:lnTo>
                      <a:pt x="1" y="728"/>
                    </a:lnTo>
                    <a:lnTo>
                      <a:pt x="327" y="903"/>
                    </a:lnTo>
                    <a:lnTo>
                      <a:pt x="753" y="176"/>
                    </a:lnTo>
                    <a:lnTo>
                      <a:pt x="45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705;p37">
                <a:extLst>
                  <a:ext uri="{FF2B5EF4-FFF2-40B4-BE49-F238E27FC236}">
                    <a16:creationId xmlns:a16="http://schemas.microsoft.com/office/drawing/2014/main" id="{47B45EAB-D2AA-37EA-CC76-BC78ECA66376}"/>
                  </a:ext>
                </a:extLst>
              </p:cNvPr>
              <p:cNvSpPr/>
              <p:nvPr/>
            </p:nvSpPr>
            <p:spPr>
              <a:xfrm>
                <a:off x="6286498" y="2088116"/>
                <a:ext cx="72166" cy="86544"/>
              </a:xfrm>
              <a:custGeom>
                <a:avLst/>
                <a:gdLst/>
                <a:ahLst/>
                <a:cxnLst/>
                <a:rect l="l" t="t" r="r" b="b"/>
                <a:pathLst>
                  <a:path w="753" h="903" extrusionOk="0">
                    <a:moveTo>
                      <a:pt x="426" y="0"/>
                    </a:moveTo>
                    <a:lnTo>
                      <a:pt x="0" y="727"/>
                    </a:lnTo>
                    <a:lnTo>
                      <a:pt x="301" y="903"/>
                    </a:lnTo>
                    <a:lnTo>
                      <a:pt x="752" y="176"/>
                    </a:lnTo>
                    <a:lnTo>
                      <a:pt x="42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706;p37">
                <a:extLst>
                  <a:ext uri="{FF2B5EF4-FFF2-40B4-BE49-F238E27FC236}">
                    <a16:creationId xmlns:a16="http://schemas.microsoft.com/office/drawing/2014/main" id="{48696279-1036-C627-C1F9-500F4F3B5F53}"/>
                  </a:ext>
                </a:extLst>
              </p:cNvPr>
              <p:cNvSpPr/>
              <p:nvPr/>
            </p:nvSpPr>
            <p:spPr>
              <a:xfrm>
                <a:off x="6224011" y="2191431"/>
                <a:ext cx="72166" cy="86544"/>
              </a:xfrm>
              <a:custGeom>
                <a:avLst/>
                <a:gdLst/>
                <a:ahLst/>
                <a:cxnLst/>
                <a:rect l="l" t="t" r="r" b="b"/>
                <a:pathLst>
                  <a:path w="753" h="903" extrusionOk="0">
                    <a:moveTo>
                      <a:pt x="427" y="0"/>
                    </a:moveTo>
                    <a:lnTo>
                      <a:pt x="1" y="727"/>
                    </a:lnTo>
                    <a:lnTo>
                      <a:pt x="326" y="902"/>
                    </a:lnTo>
                    <a:lnTo>
                      <a:pt x="753" y="176"/>
                    </a:lnTo>
                    <a:lnTo>
                      <a:pt x="4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Google Shape;1707;p37">
                <a:extLst>
                  <a:ext uri="{FF2B5EF4-FFF2-40B4-BE49-F238E27FC236}">
                    <a16:creationId xmlns:a16="http://schemas.microsoft.com/office/drawing/2014/main" id="{44DAFE59-CEF6-4A84-C04A-6B92F75CD81D}"/>
                  </a:ext>
                </a:extLst>
              </p:cNvPr>
              <p:cNvSpPr/>
              <p:nvPr/>
            </p:nvSpPr>
            <p:spPr>
              <a:xfrm>
                <a:off x="6164016" y="2294650"/>
                <a:ext cx="72070" cy="89035"/>
              </a:xfrm>
              <a:custGeom>
                <a:avLst/>
                <a:gdLst/>
                <a:ahLst/>
                <a:cxnLst/>
                <a:rect l="l" t="t" r="r" b="b"/>
                <a:pathLst>
                  <a:path w="752" h="929" extrusionOk="0">
                    <a:moveTo>
                      <a:pt x="426" y="1"/>
                    </a:moveTo>
                    <a:lnTo>
                      <a:pt x="0" y="728"/>
                    </a:lnTo>
                    <a:lnTo>
                      <a:pt x="301" y="928"/>
                    </a:lnTo>
                    <a:lnTo>
                      <a:pt x="752" y="201"/>
                    </a:lnTo>
                    <a:lnTo>
                      <a:pt x="42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Google Shape;1708;p37">
                <a:extLst>
                  <a:ext uri="{FF2B5EF4-FFF2-40B4-BE49-F238E27FC236}">
                    <a16:creationId xmlns:a16="http://schemas.microsoft.com/office/drawing/2014/main" id="{F75234C9-6A1C-C87C-3414-8097D63907E1}"/>
                  </a:ext>
                </a:extLst>
              </p:cNvPr>
              <p:cNvSpPr/>
              <p:nvPr/>
            </p:nvSpPr>
            <p:spPr>
              <a:xfrm>
                <a:off x="6101529" y="2397964"/>
                <a:ext cx="72166" cy="88940"/>
              </a:xfrm>
              <a:custGeom>
                <a:avLst/>
                <a:gdLst/>
                <a:ahLst/>
                <a:cxnLst/>
                <a:rect l="l" t="t" r="r" b="b"/>
                <a:pathLst>
                  <a:path w="753" h="928" extrusionOk="0">
                    <a:moveTo>
                      <a:pt x="426" y="0"/>
                    </a:moveTo>
                    <a:lnTo>
                      <a:pt x="0" y="727"/>
                    </a:lnTo>
                    <a:lnTo>
                      <a:pt x="326" y="928"/>
                    </a:lnTo>
                    <a:lnTo>
                      <a:pt x="752" y="201"/>
                    </a:lnTo>
                    <a:lnTo>
                      <a:pt x="42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709;p37">
                <a:extLst>
                  <a:ext uri="{FF2B5EF4-FFF2-40B4-BE49-F238E27FC236}">
                    <a16:creationId xmlns:a16="http://schemas.microsoft.com/office/drawing/2014/main" id="{AB0C75F5-D0EB-F3C8-0A01-754D61E4A3D5}"/>
                  </a:ext>
                </a:extLst>
              </p:cNvPr>
              <p:cNvSpPr/>
              <p:nvPr/>
            </p:nvSpPr>
            <p:spPr>
              <a:xfrm>
                <a:off x="6041438" y="2501279"/>
                <a:ext cx="72166" cy="88940"/>
              </a:xfrm>
              <a:custGeom>
                <a:avLst/>
                <a:gdLst/>
                <a:ahLst/>
                <a:cxnLst/>
                <a:rect l="l" t="t" r="r" b="b"/>
                <a:pathLst>
                  <a:path w="753" h="928" extrusionOk="0">
                    <a:moveTo>
                      <a:pt x="427" y="0"/>
                    </a:moveTo>
                    <a:lnTo>
                      <a:pt x="1" y="727"/>
                    </a:lnTo>
                    <a:lnTo>
                      <a:pt x="302" y="928"/>
                    </a:lnTo>
                    <a:lnTo>
                      <a:pt x="753" y="201"/>
                    </a:lnTo>
                    <a:lnTo>
                      <a:pt x="4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710;p37">
                <a:extLst>
                  <a:ext uri="{FF2B5EF4-FFF2-40B4-BE49-F238E27FC236}">
                    <a16:creationId xmlns:a16="http://schemas.microsoft.com/office/drawing/2014/main" id="{2D80D6AD-684F-6FD2-4A66-35BD496D09B6}"/>
                  </a:ext>
                </a:extLst>
              </p:cNvPr>
              <p:cNvSpPr/>
              <p:nvPr/>
            </p:nvSpPr>
            <p:spPr>
              <a:xfrm>
                <a:off x="5979047" y="2606894"/>
                <a:ext cx="72166" cy="86639"/>
              </a:xfrm>
              <a:custGeom>
                <a:avLst/>
                <a:gdLst/>
                <a:ahLst/>
                <a:cxnLst/>
                <a:rect l="l" t="t" r="r" b="b"/>
                <a:pathLst>
                  <a:path w="753" h="904" extrusionOk="0">
                    <a:moveTo>
                      <a:pt x="426" y="1"/>
                    </a:moveTo>
                    <a:lnTo>
                      <a:pt x="0" y="728"/>
                    </a:lnTo>
                    <a:lnTo>
                      <a:pt x="326" y="903"/>
                    </a:lnTo>
                    <a:lnTo>
                      <a:pt x="752" y="176"/>
                    </a:lnTo>
                    <a:lnTo>
                      <a:pt x="42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711;p37">
                <a:extLst>
                  <a:ext uri="{FF2B5EF4-FFF2-40B4-BE49-F238E27FC236}">
                    <a16:creationId xmlns:a16="http://schemas.microsoft.com/office/drawing/2014/main" id="{D96CBFFA-5A64-89CD-B0B1-26A15656DFBC}"/>
                  </a:ext>
                </a:extLst>
              </p:cNvPr>
              <p:cNvSpPr/>
              <p:nvPr/>
            </p:nvSpPr>
            <p:spPr>
              <a:xfrm>
                <a:off x="5918956" y="2710209"/>
                <a:ext cx="69770" cy="86544"/>
              </a:xfrm>
              <a:custGeom>
                <a:avLst/>
                <a:gdLst/>
                <a:ahLst/>
                <a:cxnLst/>
                <a:rect l="l" t="t" r="r" b="b"/>
                <a:pathLst>
                  <a:path w="728" h="903" extrusionOk="0">
                    <a:moveTo>
                      <a:pt x="427" y="1"/>
                    </a:moveTo>
                    <a:lnTo>
                      <a:pt x="1" y="727"/>
                    </a:lnTo>
                    <a:lnTo>
                      <a:pt x="301" y="903"/>
                    </a:lnTo>
                    <a:lnTo>
                      <a:pt x="727" y="176"/>
                    </a:lnTo>
                    <a:lnTo>
                      <a:pt x="42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Google Shape;1712;p37">
                <a:extLst>
                  <a:ext uri="{FF2B5EF4-FFF2-40B4-BE49-F238E27FC236}">
                    <a16:creationId xmlns:a16="http://schemas.microsoft.com/office/drawing/2014/main" id="{FF253ADB-AF6A-6929-CE83-FC3F6EB358E3}"/>
                  </a:ext>
                </a:extLst>
              </p:cNvPr>
              <p:cNvSpPr/>
              <p:nvPr/>
            </p:nvSpPr>
            <p:spPr>
              <a:xfrm>
                <a:off x="5856565" y="2813524"/>
                <a:ext cx="72070" cy="86544"/>
              </a:xfrm>
              <a:custGeom>
                <a:avLst/>
                <a:gdLst/>
                <a:ahLst/>
                <a:cxnLst/>
                <a:rect l="l" t="t" r="r" b="b"/>
                <a:pathLst>
                  <a:path w="752" h="903" extrusionOk="0">
                    <a:moveTo>
                      <a:pt x="426" y="0"/>
                    </a:moveTo>
                    <a:lnTo>
                      <a:pt x="0" y="727"/>
                    </a:lnTo>
                    <a:lnTo>
                      <a:pt x="326" y="903"/>
                    </a:lnTo>
                    <a:lnTo>
                      <a:pt x="752" y="176"/>
                    </a:lnTo>
                    <a:lnTo>
                      <a:pt x="42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Google Shape;1713;p37">
                <a:extLst>
                  <a:ext uri="{FF2B5EF4-FFF2-40B4-BE49-F238E27FC236}">
                    <a16:creationId xmlns:a16="http://schemas.microsoft.com/office/drawing/2014/main" id="{0508840E-1FB1-D55C-94D5-701253135E0E}"/>
                  </a:ext>
                </a:extLst>
              </p:cNvPr>
              <p:cNvSpPr/>
              <p:nvPr/>
            </p:nvSpPr>
            <p:spPr>
              <a:xfrm>
                <a:off x="5796474" y="2916839"/>
                <a:ext cx="69770" cy="86544"/>
              </a:xfrm>
              <a:custGeom>
                <a:avLst/>
                <a:gdLst/>
                <a:ahLst/>
                <a:cxnLst/>
                <a:rect l="l" t="t" r="r" b="b"/>
                <a:pathLst>
                  <a:path w="728" h="903" extrusionOk="0">
                    <a:moveTo>
                      <a:pt x="427" y="0"/>
                    </a:moveTo>
                    <a:lnTo>
                      <a:pt x="0" y="727"/>
                    </a:lnTo>
                    <a:lnTo>
                      <a:pt x="301" y="902"/>
                    </a:lnTo>
                    <a:lnTo>
                      <a:pt x="727" y="175"/>
                    </a:lnTo>
                    <a:lnTo>
                      <a:pt x="4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714;p37">
                <a:extLst>
                  <a:ext uri="{FF2B5EF4-FFF2-40B4-BE49-F238E27FC236}">
                    <a16:creationId xmlns:a16="http://schemas.microsoft.com/office/drawing/2014/main" id="{6E580D91-2784-CD8E-0000-FABB59125F7C}"/>
                  </a:ext>
                </a:extLst>
              </p:cNvPr>
              <p:cNvSpPr/>
              <p:nvPr/>
            </p:nvSpPr>
            <p:spPr>
              <a:xfrm>
                <a:off x="5733987" y="3020058"/>
                <a:ext cx="72166" cy="86544"/>
              </a:xfrm>
              <a:custGeom>
                <a:avLst/>
                <a:gdLst/>
                <a:ahLst/>
                <a:cxnLst/>
                <a:rect l="l" t="t" r="r" b="b"/>
                <a:pathLst>
                  <a:path w="753" h="903" extrusionOk="0">
                    <a:moveTo>
                      <a:pt x="427" y="1"/>
                    </a:moveTo>
                    <a:lnTo>
                      <a:pt x="1" y="728"/>
                    </a:lnTo>
                    <a:lnTo>
                      <a:pt x="327" y="903"/>
                    </a:lnTo>
                    <a:lnTo>
                      <a:pt x="753" y="201"/>
                    </a:lnTo>
                    <a:lnTo>
                      <a:pt x="42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715;p37">
                <a:extLst>
                  <a:ext uri="{FF2B5EF4-FFF2-40B4-BE49-F238E27FC236}">
                    <a16:creationId xmlns:a16="http://schemas.microsoft.com/office/drawing/2014/main" id="{5A3D0A23-75C3-89F0-75C3-169166EABBB1}"/>
                  </a:ext>
                </a:extLst>
              </p:cNvPr>
              <p:cNvSpPr/>
              <p:nvPr/>
            </p:nvSpPr>
            <p:spPr>
              <a:xfrm>
                <a:off x="5673992" y="3123372"/>
                <a:ext cx="69770" cy="88940"/>
              </a:xfrm>
              <a:custGeom>
                <a:avLst/>
                <a:gdLst/>
                <a:ahLst/>
                <a:cxnLst/>
                <a:rect l="l" t="t" r="r" b="b"/>
                <a:pathLst>
                  <a:path w="728" h="928" extrusionOk="0">
                    <a:moveTo>
                      <a:pt x="426" y="0"/>
                    </a:moveTo>
                    <a:lnTo>
                      <a:pt x="0" y="727"/>
                    </a:lnTo>
                    <a:lnTo>
                      <a:pt x="301" y="928"/>
                    </a:lnTo>
                    <a:lnTo>
                      <a:pt x="727" y="201"/>
                    </a:lnTo>
                    <a:lnTo>
                      <a:pt x="42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716;p37">
                <a:extLst>
                  <a:ext uri="{FF2B5EF4-FFF2-40B4-BE49-F238E27FC236}">
                    <a16:creationId xmlns:a16="http://schemas.microsoft.com/office/drawing/2014/main" id="{B23BB441-98A4-8391-39F1-10F0385C2A21}"/>
                  </a:ext>
                </a:extLst>
              </p:cNvPr>
              <p:cNvSpPr/>
              <p:nvPr/>
            </p:nvSpPr>
            <p:spPr>
              <a:xfrm>
                <a:off x="5611505" y="3226687"/>
                <a:ext cx="72166" cy="88940"/>
              </a:xfrm>
              <a:custGeom>
                <a:avLst/>
                <a:gdLst/>
                <a:ahLst/>
                <a:cxnLst/>
                <a:rect l="l" t="t" r="r" b="b"/>
                <a:pathLst>
                  <a:path w="753" h="928" extrusionOk="0">
                    <a:moveTo>
                      <a:pt x="427" y="0"/>
                    </a:moveTo>
                    <a:lnTo>
                      <a:pt x="1" y="727"/>
                    </a:lnTo>
                    <a:lnTo>
                      <a:pt x="326" y="927"/>
                    </a:lnTo>
                    <a:lnTo>
                      <a:pt x="752" y="201"/>
                    </a:lnTo>
                    <a:lnTo>
                      <a:pt x="4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717;p37">
                <a:extLst>
                  <a:ext uri="{FF2B5EF4-FFF2-40B4-BE49-F238E27FC236}">
                    <a16:creationId xmlns:a16="http://schemas.microsoft.com/office/drawing/2014/main" id="{D1402117-5F53-413A-3C04-9F3BE4D6A7CB}"/>
                  </a:ext>
                </a:extLst>
              </p:cNvPr>
              <p:cNvSpPr/>
              <p:nvPr/>
            </p:nvSpPr>
            <p:spPr>
              <a:xfrm>
                <a:off x="5551510" y="3329906"/>
                <a:ext cx="69674" cy="89035"/>
              </a:xfrm>
              <a:custGeom>
                <a:avLst/>
                <a:gdLst/>
                <a:ahLst/>
                <a:cxnLst/>
                <a:rect l="l" t="t" r="r" b="b"/>
                <a:pathLst>
                  <a:path w="727" h="929" extrusionOk="0">
                    <a:moveTo>
                      <a:pt x="426" y="1"/>
                    </a:moveTo>
                    <a:lnTo>
                      <a:pt x="0" y="728"/>
                    </a:lnTo>
                    <a:lnTo>
                      <a:pt x="301" y="928"/>
                    </a:lnTo>
                    <a:lnTo>
                      <a:pt x="727" y="201"/>
                    </a:lnTo>
                    <a:lnTo>
                      <a:pt x="42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718;p37">
                <a:extLst>
                  <a:ext uri="{FF2B5EF4-FFF2-40B4-BE49-F238E27FC236}">
                    <a16:creationId xmlns:a16="http://schemas.microsoft.com/office/drawing/2014/main" id="{1804A616-FEA0-CF0F-3C86-41C0AD5D9138}"/>
                  </a:ext>
                </a:extLst>
              </p:cNvPr>
              <p:cNvSpPr/>
              <p:nvPr/>
            </p:nvSpPr>
            <p:spPr>
              <a:xfrm>
                <a:off x="5489023" y="3435617"/>
                <a:ext cx="72166" cy="86544"/>
              </a:xfrm>
              <a:custGeom>
                <a:avLst/>
                <a:gdLst/>
                <a:ahLst/>
                <a:cxnLst/>
                <a:rect l="l" t="t" r="r" b="b"/>
                <a:pathLst>
                  <a:path w="753" h="903" extrusionOk="0">
                    <a:moveTo>
                      <a:pt x="426" y="1"/>
                    </a:moveTo>
                    <a:lnTo>
                      <a:pt x="0" y="727"/>
                    </a:lnTo>
                    <a:lnTo>
                      <a:pt x="326" y="903"/>
                    </a:lnTo>
                    <a:lnTo>
                      <a:pt x="752" y="176"/>
                    </a:lnTo>
                    <a:lnTo>
                      <a:pt x="42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Google Shape;1719;p37">
                <a:extLst>
                  <a:ext uri="{FF2B5EF4-FFF2-40B4-BE49-F238E27FC236}">
                    <a16:creationId xmlns:a16="http://schemas.microsoft.com/office/drawing/2014/main" id="{CDE3C2C6-6F6F-4482-6FF4-EAB85A14D5A5}"/>
                  </a:ext>
                </a:extLst>
              </p:cNvPr>
              <p:cNvSpPr/>
              <p:nvPr/>
            </p:nvSpPr>
            <p:spPr>
              <a:xfrm>
                <a:off x="5428932" y="3538932"/>
                <a:ext cx="69770" cy="86544"/>
              </a:xfrm>
              <a:custGeom>
                <a:avLst/>
                <a:gdLst/>
                <a:ahLst/>
                <a:cxnLst/>
                <a:rect l="l" t="t" r="r" b="b"/>
                <a:pathLst>
                  <a:path w="728" h="903" extrusionOk="0">
                    <a:moveTo>
                      <a:pt x="427" y="0"/>
                    </a:moveTo>
                    <a:lnTo>
                      <a:pt x="1" y="727"/>
                    </a:lnTo>
                    <a:lnTo>
                      <a:pt x="302" y="903"/>
                    </a:lnTo>
                    <a:lnTo>
                      <a:pt x="728" y="176"/>
                    </a:lnTo>
                    <a:lnTo>
                      <a:pt x="42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Google Shape;1720;p37">
                <a:extLst>
                  <a:ext uri="{FF2B5EF4-FFF2-40B4-BE49-F238E27FC236}">
                    <a16:creationId xmlns:a16="http://schemas.microsoft.com/office/drawing/2014/main" id="{28DAB1D3-D8A6-D0FE-93EB-15AA4BC78EF0}"/>
                  </a:ext>
                </a:extLst>
              </p:cNvPr>
              <p:cNvSpPr/>
              <p:nvPr/>
            </p:nvSpPr>
            <p:spPr>
              <a:xfrm>
                <a:off x="5366541" y="3642246"/>
                <a:ext cx="72166" cy="86544"/>
              </a:xfrm>
              <a:custGeom>
                <a:avLst/>
                <a:gdLst/>
                <a:ahLst/>
                <a:cxnLst/>
                <a:rect l="l" t="t" r="r" b="b"/>
                <a:pathLst>
                  <a:path w="753" h="903" extrusionOk="0">
                    <a:moveTo>
                      <a:pt x="426" y="0"/>
                    </a:moveTo>
                    <a:lnTo>
                      <a:pt x="0" y="727"/>
                    </a:lnTo>
                    <a:lnTo>
                      <a:pt x="326" y="902"/>
                    </a:lnTo>
                    <a:lnTo>
                      <a:pt x="752" y="175"/>
                    </a:lnTo>
                    <a:lnTo>
                      <a:pt x="42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721;p37">
                <a:extLst>
                  <a:ext uri="{FF2B5EF4-FFF2-40B4-BE49-F238E27FC236}">
                    <a16:creationId xmlns:a16="http://schemas.microsoft.com/office/drawing/2014/main" id="{5373C04C-3566-35C7-BA44-5190E88C0C7E}"/>
                  </a:ext>
                </a:extLst>
              </p:cNvPr>
              <p:cNvSpPr/>
              <p:nvPr/>
            </p:nvSpPr>
            <p:spPr>
              <a:xfrm>
                <a:off x="5306450" y="3745465"/>
                <a:ext cx="69770" cy="86544"/>
              </a:xfrm>
              <a:custGeom>
                <a:avLst/>
                <a:gdLst/>
                <a:ahLst/>
                <a:cxnLst/>
                <a:rect l="l" t="t" r="r" b="b"/>
                <a:pathLst>
                  <a:path w="728" h="903" extrusionOk="0">
                    <a:moveTo>
                      <a:pt x="427" y="1"/>
                    </a:moveTo>
                    <a:lnTo>
                      <a:pt x="1" y="728"/>
                    </a:lnTo>
                    <a:lnTo>
                      <a:pt x="301" y="903"/>
                    </a:lnTo>
                    <a:lnTo>
                      <a:pt x="727" y="176"/>
                    </a:lnTo>
                    <a:lnTo>
                      <a:pt x="42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6" name="Google Shape;1722;p37">
              <a:extLst>
                <a:ext uri="{FF2B5EF4-FFF2-40B4-BE49-F238E27FC236}">
                  <a16:creationId xmlns:a16="http://schemas.microsoft.com/office/drawing/2014/main" id="{3523DC16-C891-59B2-EA72-360759B8E945}"/>
                </a:ext>
              </a:extLst>
            </p:cNvPr>
            <p:cNvSpPr/>
            <p:nvPr/>
          </p:nvSpPr>
          <p:spPr>
            <a:xfrm>
              <a:off x="5606713" y="2678965"/>
              <a:ext cx="756733" cy="319626"/>
            </a:xfrm>
            <a:custGeom>
              <a:avLst/>
              <a:gdLst/>
              <a:ahLst/>
              <a:cxnLst/>
              <a:rect l="l" t="t" r="r" b="b"/>
              <a:pathLst>
                <a:path w="7896" h="3335" extrusionOk="0">
                  <a:moveTo>
                    <a:pt x="0" y="1"/>
                  </a:moveTo>
                  <a:lnTo>
                    <a:pt x="0" y="427"/>
                  </a:lnTo>
                  <a:lnTo>
                    <a:pt x="5414" y="427"/>
                  </a:lnTo>
                  <a:lnTo>
                    <a:pt x="7544" y="3334"/>
                  </a:lnTo>
                  <a:lnTo>
                    <a:pt x="7895" y="3084"/>
                  </a:lnTo>
                  <a:lnTo>
                    <a:pt x="564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723;p37">
              <a:extLst>
                <a:ext uri="{FF2B5EF4-FFF2-40B4-BE49-F238E27FC236}">
                  <a16:creationId xmlns:a16="http://schemas.microsoft.com/office/drawing/2014/main" id="{DEE1D3C9-99CB-090E-25B1-C6F60531E923}"/>
                </a:ext>
              </a:extLst>
            </p:cNvPr>
            <p:cNvSpPr/>
            <p:nvPr/>
          </p:nvSpPr>
          <p:spPr>
            <a:xfrm>
              <a:off x="5537038" y="2630950"/>
              <a:ext cx="137048" cy="137051"/>
            </a:xfrm>
            <a:custGeom>
              <a:avLst/>
              <a:gdLst/>
              <a:ahLst/>
              <a:cxnLst/>
              <a:rect l="l" t="t" r="r" b="b"/>
              <a:pathLst>
                <a:path w="1430" h="1430" extrusionOk="0">
                  <a:moveTo>
                    <a:pt x="727" y="1"/>
                  </a:moveTo>
                  <a:cubicBezTo>
                    <a:pt x="326" y="1"/>
                    <a:pt x="1" y="326"/>
                    <a:pt x="1" y="727"/>
                  </a:cubicBezTo>
                  <a:cubicBezTo>
                    <a:pt x="1" y="1103"/>
                    <a:pt x="326" y="1429"/>
                    <a:pt x="727" y="1429"/>
                  </a:cubicBezTo>
                  <a:cubicBezTo>
                    <a:pt x="1103" y="1429"/>
                    <a:pt x="1429" y="1103"/>
                    <a:pt x="1429" y="727"/>
                  </a:cubicBezTo>
                  <a:cubicBezTo>
                    <a:pt x="1429" y="326"/>
                    <a:pt x="1103" y="1"/>
                    <a:pt x="7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724;p37">
              <a:extLst>
                <a:ext uri="{FF2B5EF4-FFF2-40B4-BE49-F238E27FC236}">
                  <a16:creationId xmlns:a16="http://schemas.microsoft.com/office/drawing/2014/main" id="{6A64C3A2-2D5C-37B6-D3F3-F014CB2E89C3}"/>
                </a:ext>
              </a:extLst>
            </p:cNvPr>
            <p:cNvSpPr/>
            <p:nvPr/>
          </p:nvSpPr>
          <p:spPr>
            <a:xfrm>
              <a:off x="6370070" y="2832117"/>
              <a:ext cx="132639" cy="48783"/>
            </a:xfrm>
            <a:custGeom>
              <a:avLst/>
              <a:gdLst/>
              <a:ahLst/>
              <a:cxnLst/>
              <a:rect l="l" t="t" r="r" b="b"/>
              <a:pathLst>
                <a:path w="1384" h="509" extrusionOk="0">
                  <a:moveTo>
                    <a:pt x="661" y="0"/>
                  </a:moveTo>
                  <a:cubicBezTo>
                    <a:pt x="341" y="0"/>
                    <a:pt x="31" y="207"/>
                    <a:pt x="31" y="207"/>
                  </a:cubicBezTo>
                  <a:cubicBezTo>
                    <a:pt x="31" y="207"/>
                    <a:pt x="1" y="281"/>
                    <a:pt x="113" y="281"/>
                  </a:cubicBezTo>
                  <a:cubicBezTo>
                    <a:pt x="146" y="281"/>
                    <a:pt x="192" y="275"/>
                    <a:pt x="256" y="257"/>
                  </a:cubicBezTo>
                  <a:cubicBezTo>
                    <a:pt x="315" y="232"/>
                    <a:pt x="354" y="221"/>
                    <a:pt x="387" y="221"/>
                  </a:cubicBezTo>
                  <a:cubicBezTo>
                    <a:pt x="454" y="221"/>
                    <a:pt x="498" y="266"/>
                    <a:pt x="632" y="333"/>
                  </a:cubicBezTo>
                  <a:cubicBezTo>
                    <a:pt x="858" y="408"/>
                    <a:pt x="933" y="408"/>
                    <a:pt x="1033" y="483"/>
                  </a:cubicBezTo>
                  <a:cubicBezTo>
                    <a:pt x="1108" y="508"/>
                    <a:pt x="1334" y="508"/>
                    <a:pt x="1334" y="508"/>
                  </a:cubicBezTo>
                  <a:lnTo>
                    <a:pt x="1384" y="157"/>
                  </a:lnTo>
                  <a:cubicBezTo>
                    <a:pt x="1058" y="107"/>
                    <a:pt x="1133" y="82"/>
                    <a:pt x="757" y="7"/>
                  </a:cubicBezTo>
                  <a:cubicBezTo>
                    <a:pt x="725" y="2"/>
                    <a:pt x="693" y="0"/>
                    <a:pt x="661" y="0"/>
                  </a:cubicBezTo>
                  <a:close/>
                </a:path>
              </a:pathLst>
            </a:custGeom>
            <a:solidFill>
              <a:srgbClr val="F89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725;p37">
              <a:extLst>
                <a:ext uri="{FF2B5EF4-FFF2-40B4-BE49-F238E27FC236}">
                  <a16:creationId xmlns:a16="http://schemas.microsoft.com/office/drawing/2014/main" id="{74C0F1EB-D017-E57C-0F08-75E0986D71DD}"/>
                </a:ext>
              </a:extLst>
            </p:cNvPr>
            <p:cNvSpPr/>
            <p:nvPr/>
          </p:nvSpPr>
          <p:spPr>
            <a:xfrm>
              <a:off x="6401792" y="2859143"/>
              <a:ext cx="96125" cy="28944"/>
            </a:xfrm>
            <a:custGeom>
              <a:avLst/>
              <a:gdLst/>
              <a:ahLst/>
              <a:cxnLst/>
              <a:rect l="l" t="t" r="r" b="b"/>
              <a:pathLst>
                <a:path w="1003" h="302" extrusionOk="0">
                  <a:moveTo>
                    <a:pt x="602" y="1"/>
                  </a:moveTo>
                  <a:cubicBezTo>
                    <a:pt x="602" y="1"/>
                    <a:pt x="0" y="201"/>
                    <a:pt x="126" y="276"/>
                  </a:cubicBezTo>
                  <a:cubicBezTo>
                    <a:pt x="153" y="294"/>
                    <a:pt x="190" y="302"/>
                    <a:pt x="235" y="302"/>
                  </a:cubicBezTo>
                  <a:cubicBezTo>
                    <a:pt x="440" y="302"/>
                    <a:pt x="797" y="146"/>
                    <a:pt x="1003" y="126"/>
                  </a:cubicBezTo>
                  <a:lnTo>
                    <a:pt x="602" y="1"/>
                  </a:lnTo>
                  <a:close/>
                </a:path>
              </a:pathLst>
            </a:custGeom>
            <a:solidFill>
              <a:srgbClr val="F89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726;p37">
              <a:extLst>
                <a:ext uri="{FF2B5EF4-FFF2-40B4-BE49-F238E27FC236}">
                  <a16:creationId xmlns:a16="http://schemas.microsoft.com/office/drawing/2014/main" id="{7D92866C-B21E-B27E-5D1B-4F19425F1268}"/>
                </a:ext>
              </a:extLst>
            </p:cNvPr>
            <p:cNvSpPr/>
            <p:nvPr/>
          </p:nvSpPr>
          <p:spPr>
            <a:xfrm>
              <a:off x="6461788" y="2585139"/>
              <a:ext cx="439702" cy="341190"/>
            </a:xfrm>
            <a:custGeom>
              <a:avLst/>
              <a:gdLst/>
              <a:ahLst/>
              <a:cxnLst/>
              <a:rect l="l" t="t" r="r" b="b"/>
              <a:pathLst>
                <a:path w="4588" h="3560" extrusionOk="0">
                  <a:moveTo>
                    <a:pt x="3718" y="0"/>
                  </a:moveTo>
                  <a:cubicBezTo>
                    <a:pt x="3632" y="0"/>
                    <a:pt x="3538" y="9"/>
                    <a:pt x="3434" y="27"/>
                  </a:cubicBezTo>
                  <a:cubicBezTo>
                    <a:pt x="2783" y="178"/>
                    <a:pt x="3209" y="1381"/>
                    <a:pt x="2908" y="1832"/>
                  </a:cubicBezTo>
                  <a:cubicBezTo>
                    <a:pt x="2375" y="2570"/>
                    <a:pt x="919" y="2637"/>
                    <a:pt x="407" y="2637"/>
                  </a:cubicBezTo>
                  <a:cubicBezTo>
                    <a:pt x="294" y="2637"/>
                    <a:pt x="226" y="2634"/>
                    <a:pt x="226" y="2634"/>
                  </a:cubicBezTo>
                  <a:cubicBezTo>
                    <a:pt x="1" y="2834"/>
                    <a:pt x="126" y="3135"/>
                    <a:pt x="126" y="3135"/>
                  </a:cubicBezTo>
                  <a:cubicBezTo>
                    <a:pt x="126" y="3135"/>
                    <a:pt x="1364" y="3559"/>
                    <a:pt x="2432" y="3559"/>
                  </a:cubicBezTo>
                  <a:cubicBezTo>
                    <a:pt x="2922" y="3559"/>
                    <a:pt x="3376" y="3470"/>
                    <a:pt x="3660" y="3210"/>
                  </a:cubicBezTo>
                  <a:cubicBezTo>
                    <a:pt x="4587" y="2383"/>
                    <a:pt x="4587" y="1281"/>
                    <a:pt x="4462" y="654"/>
                  </a:cubicBezTo>
                  <a:cubicBezTo>
                    <a:pt x="4419" y="291"/>
                    <a:pt x="4213" y="0"/>
                    <a:pt x="37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727;p37">
              <a:extLst>
                <a:ext uri="{FF2B5EF4-FFF2-40B4-BE49-F238E27FC236}">
                  <a16:creationId xmlns:a16="http://schemas.microsoft.com/office/drawing/2014/main" id="{2834D068-4F5C-E915-1B26-DC6866B2F8D3}"/>
                </a:ext>
              </a:extLst>
            </p:cNvPr>
            <p:cNvSpPr/>
            <p:nvPr/>
          </p:nvSpPr>
          <p:spPr>
            <a:xfrm>
              <a:off x="7218436" y="3956887"/>
              <a:ext cx="62582" cy="77055"/>
            </a:xfrm>
            <a:custGeom>
              <a:avLst/>
              <a:gdLst/>
              <a:ahLst/>
              <a:cxnLst/>
              <a:rect l="l" t="t" r="r" b="b"/>
              <a:pathLst>
                <a:path w="653" h="804" extrusionOk="0">
                  <a:moveTo>
                    <a:pt x="452" y="0"/>
                  </a:moveTo>
                  <a:lnTo>
                    <a:pt x="1" y="276"/>
                  </a:lnTo>
                  <a:cubicBezTo>
                    <a:pt x="51" y="326"/>
                    <a:pt x="126" y="401"/>
                    <a:pt x="176" y="451"/>
                  </a:cubicBezTo>
                  <a:cubicBezTo>
                    <a:pt x="226" y="527"/>
                    <a:pt x="226" y="577"/>
                    <a:pt x="26" y="802"/>
                  </a:cubicBezTo>
                  <a:cubicBezTo>
                    <a:pt x="37" y="803"/>
                    <a:pt x="48" y="804"/>
                    <a:pt x="59" y="804"/>
                  </a:cubicBezTo>
                  <a:cubicBezTo>
                    <a:pt x="370" y="804"/>
                    <a:pt x="628" y="475"/>
                    <a:pt x="652" y="426"/>
                  </a:cubicBezTo>
                  <a:cubicBezTo>
                    <a:pt x="627" y="301"/>
                    <a:pt x="552" y="151"/>
                    <a:pt x="452" y="0"/>
                  </a:cubicBezTo>
                  <a:close/>
                </a:path>
              </a:pathLst>
            </a:custGeom>
            <a:solidFill>
              <a:srgbClr val="F9B2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728;p37">
              <a:extLst>
                <a:ext uri="{FF2B5EF4-FFF2-40B4-BE49-F238E27FC236}">
                  <a16:creationId xmlns:a16="http://schemas.microsoft.com/office/drawing/2014/main" id="{D9A6FCE6-AEFB-920F-E791-104AA304787A}"/>
                </a:ext>
              </a:extLst>
            </p:cNvPr>
            <p:cNvSpPr/>
            <p:nvPr/>
          </p:nvSpPr>
          <p:spPr>
            <a:xfrm>
              <a:off x="6778918" y="3125768"/>
              <a:ext cx="501518" cy="868885"/>
            </a:xfrm>
            <a:custGeom>
              <a:avLst/>
              <a:gdLst/>
              <a:ahLst/>
              <a:cxnLst/>
              <a:rect l="l" t="t" r="r" b="b"/>
              <a:pathLst>
                <a:path w="5233" h="9066" extrusionOk="0">
                  <a:moveTo>
                    <a:pt x="2582" y="1"/>
                  </a:moveTo>
                  <a:lnTo>
                    <a:pt x="802" y="752"/>
                  </a:lnTo>
                  <a:lnTo>
                    <a:pt x="0" y="1078"/>
                  </a:lnTo>
                  <a:cubicBezTo>
                    <a:pt x="0" y="1078"/>
                    <a:pt x="151" y="2106"/>
                    <a:pt x="401" y="2682"/>
                  </a:cubicBezTo>
                  <a:cubicBezTo>
                    <a:pt x="1228" y="4487"/>
                    <a:pt x="1354" y="4412"/>
                    <a:pt x="1604" y="4787"/>
                  </a:cubicBezTo>
                  <a:cubicBezTo>
                    <a:pt x="1604" y="4838"/>
                    <a:pt x="1629" y="4863"/>
                    <a:pt x="1654" y="4913"/>
                  </a:cubicBezTo>
                  <a:cubicBezTo>
                    <a:pt x="2130" y="5815"/>
                    <a:pt x="3409" y="8021"/>
                    <a:pt x="4612" y="9048"/>
                  </a:cubicBezTo>
                  <a:cubicBezTo>
                    <a:pt x="4627" y="9060"/>
                    <a:pt x="4647" y="9066"/>
                    <a:pt x="4672" y="9066"/>
                  </a:cubicBezTo>
                  <a:cubicBezTo>
                    <a:pt x="4850" y="9066"/>
                    <a:pt x="5232" y="8770"/>
                    <a:pt x="5188" y="8572"/>
                  </a:cubicBezTo>
                  <a:cubicBezTo>
                    <a:pt x="4787" y="7093"/>
                    <a:pt x="4461" y="6742"/>
                    <a:pt x="4010" y="5113"/>
                  </a:cubicBezTo>
                  <a:cubicBezTo>
                    <a:pt x="3885" y="4637"/>
                    <a:pt x="3760" y="3660"/>
                    <a:pt x="3634" y="3058"/>
                  </a:cubicBezTo>
                  <a:cubicBezTo>
                    <a:pt x="3484" y="2356"/>
                    <a:pt x="3233" y="627"/>
                    <a:pt x="258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729;p37">
              <a:extLst>
                <a:ext uri="{FF2B5EF4-FFF2-40B4-BE49-F238E27FC236}">
                  <a16:creationId xmlns:a16="http://schemas.microsoft.com/office/drawing/2014/main" id="{371C79D3-2B75-101B-F322-12DD94A33257}"/>
                </a:ext>
              </a:extLst>
            </p:cNvPr>
            <p:cNvSpPr/>
            <p:nvPr/>
          </p:nvSpPr>
          <p:spPr>
            <a:xfrm>
              <a:off x="6778918" y="3197840"/>
              <a:ext cx="194646" cy="386810"/>
            </a:xfrm>
            <a:custGeom>
              <a:avLst/>
              <a:gdLst/>
              <a:ahLst/>
              <a:cxnLst/>
              <a:rect l="l" t="t" r="r" b="b"/>
              <a:pathLst>
                <a:path w="2031" h="4036" extrusionOk="0">
                  <a:moveTo>
                    <a:pt x="802" y="0"/>
                  </a:moveTo>
                  <a:lnTo>
                    <a:pt x="0" y="326"/>
                  </a:lnTo>
                  <a:cubicBezTo>
                    <a:pt x="0" y="326"/>
                    <a:pt x="151" y="1354"/>
                    <a:pt x="401" y="1930"/>
                  </a:cubicBezTo>
                  <a:cubicBezTo>
                    <a:pt x="1228" y="3735"/>
                    <a:pt x="1354" y="3660"/>
                    <a:pt x="1604" y="4035"/>
                  </a:cubicBezTo>
                  <a:cubicBezTo>
                    <a:pt x="1654" y="3860"/>
                    <a:pt x="1729" y="3685"/>
                    <a:pt x="1805" y="3459"/>
                  </a:cubicBezTo>
                  <a:cubicBezTo>
                    <a:pt x="2030" y="2782"/>
                    <a:pt x="1930" y="878"/>
                    <a:pt x="1604" y="51"/>
                  </a:cubicBezTo>
                  <a:lnTo>
                    <a:pt x="8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730;p37">
              <a:extLst>
                <a:ext uri="{FF2B5EF4-FFF2-40B4-BE49-F238E27FC236}">
                  <a16:creationId xmlns:a16="http://schemas.microsoft.com/office/drawing/2014/main" id="{06E90E6B-E4B6-9292-AFA3-6E6210DFEA04}"/>
                </a:ext>
              </a:extLst>
            </p:cNvPr>
            <p:cNvSpPr/>
            <p:nvPr/>
          </p:nvSpPr>
          <p:spPr>
            <a:xfrm>
              <a:off x="6675604" y="3159408"/>
              <a:ext cx="317126" cy="886808"/>
            </a:xfrm>
            <a:custGeom>
              <a:avLst/>
              <a:gdLst/>
              <a:ahLst/>
              <a:cxnLst/>
              <a:rect l="l" t="t" r="r" b="b"/>
              <a:pathLst>
                <a:path w="3309" h="9253" extrusionOk="0">
                  <a:moveTo>
                    <a:pt x="301" y="0"/>
                  </a:moveTo>
                  <a:cubicBezTo>
                    <a:pt x="301" y="0"/>
                    <a:pt x="25" y="1003"/>
                    <a:pt x="25" y="1655"/>
                  </a:cubicBezTo>
                  <a:cubicBezTo>
                    <a:pt x="0" y="3785"/>
                    <a:pt x="0" y="3710"/>
                    <a:pt x="25" y="4311"/>
                  </a:cubicBezTo>
                  <a:cubicBezTo>
                    <a:pt x="76" y="5339"/>
                    <a:pt x="527" y="7745"/>
                    <a:pt x="1178" y="9173"/>
                  </a:cubicBezTo>
                  <a:lnTo>
                    <a:pt x="1229" y="9198"/>
                  </a:lnTo>
                  <a:lnTo>
                    <a:pt x="1304" y="9249"/>
                  </a:lnTo>
                  <a:cubicBezTo>
                    <a:pt x="1324" y="9251"/>
                    <a:pt x="1346" y="9252"/>
                    <a:pt x="1370" y="9252"/>
                  </a:cubicBezTo>
                  <a:cubicBezTo>
                    <a:pt x="1577" y="9252"/>
                    <a:pt x="1883" y="9155"/>
                    <a:pt x="1905" y="8998"/>
                  </a:cubicBezTo>
                  <a:cubicBezTo>
                    <a:pt x="2156" y="7469"/>
                    <a:pt x="2331" y="7093"/>
                    <a:pt x="2331" y="5389"/>
                  </a:cubicBezTo>
                  <a:cubicBezTo>
                    <a:pt x="2331" y="4537"/>
                    <a:pt x="2657" y="3935"/>
                    <a:pt x="2807" y="3334"/>
                  </a:cubicBezTo>
                  <a:cubicBezTo>
                    <a:pt x="2983" y="2632"/>
                    <a:pt x="3309" y="928"/>
                    <a:pt x="2983" y="101"/>
                  </a:cubicBezTo>
                  <a:lnTo>
                    <a:pt x="30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731;p37">
              <a:extLst>
                <a:ext uri="{FF2B5EF4-FFF2-40B4-BE49-F238E27FC236}">
                  <a16:creationId xmlns:a16="http://schemas.microsoft.com/office/drawing/2014/main" id="{FE93D774-68E5-6F55-4831-3B4AD2E99BE9}"/>
                </a:ext>
              </a:extLst>
            </p:cNvPr>
            <p:cNvSpPr/>
            <p:nvPr/>
          </p:nvSpPr>
          <p:spPr>
            <a:xfrm>
              <a:off x="6697168" y="3176180"/>
              <a:ext cx="103409" cy="869652"/>
            </a:xfrm>
            <a:custGeom>
              <a:avLst/>
              <a:gdLst/>
              <a:ahLst/>
              <a:cxnLst/>
              <a:rect l="l" t="t" r="r" b="b"/>
              <a:pathLst>
                <a:path w="1079" h="9074" extrusionOk="0">
                  <a:moveTo>
                    <a:pt x="552" y="1"/>
                  </a:moveTo>
                  <a:lnTo>
                    <a:pt x="527" y="26"/>
                  </a:lnTo>
                  <a:cubicBezTo>
                    <a:pt x="176" y="803"/>
                    <a:pt x="1" y="1755"/>
                    <a:pt x="1" y="2833"/>
                  </a:cubicBezTo>
                  <a:cubicBezTo>
                    <a:pt x="1" y="3810"/>
                    <a:pt x="151" y="4813"/>
                    <a:pt x="277" y="5690"/>
                  </a:cubicBezTo>
                  <a:cubicBezTo>
                    <a:pt x="427" y="6718"/>
                    <a:pt x="603" y="7921"/>
                    <a:pt x="1004" y="9023"/>
                  </a:cubicBezTo>
                  <a:lnTo>
                    <a:pt x="1079" y="9074"/>
                  </a:lnTo>
                  <a:cubicBezTo>
                    <a:pt x="653" y="7921"/>
                    <a:pt x="477" y="6718"/>
                    <a:pt x="327" y="5665"/>
                  </a:cubicBezTo>
                  <a:cubicBezTo>
                    <a:pt x="201" y="4788"/>
                    <a:pt x="76" y="3810"/>
                    <a:pt x="76" y="2833"/>
                  </a:cubicBezTo>
                  <a:cubicBezTo>
                    <a:pt x="51" y="1755"/>
                    <a:pt x="227" y="828"/>
                    <a:pt x="577" y="51"/>
                  </a:cubicBezTo>
                  <a:lnTo>
                    <a:pt x="5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732;p37">
              <a:extLst>
                <a:ext uri="{FF2B5EF4-FFF2-40B4-BE49-F238E27FC236}">
                  <a16:creationId xmlns:a16="http://schemas.microsoft.com/office/drawing/2014/main" id="{D576A69E-2BCE-6D4A-C488-007A08813F6B}"/>
                </a:ext>
              </a:extLst>
            </p:cNvPr>
            <p:cNvSpPr/>
            <p:nvPr/>
          </p:nvSpPr>
          <p:spPr>
            <a:xfrm>
              <a:off x="6694772" y="3125768"/>
              <a:ext cx="398876" cy="163120"/>
            </a:xfrm>
            <a:custGeom>
              <a:avLst/>
              <a:gdLst/>
              <a:ahLst/>
              <a:cxnLst/>
              <a:rect l="l" t="t" r="r" b="b"/>
              <a:pathLst>
                <a:path w="4162" h="1702" extrusionOk="0">
                  <a:moveTo>
                    <a:pt x="3460" y="1"/>
                  </a:moveTo>
                  <a:lnTo>
                    <a:pt x="2432" y="427"/>
                  </a:lnTo>
                  <a:lnTo>
                    <a:pt x="101" y="351"/>
                  </a:lnTo>
                  <a:cubicBezTo>
                    <a:pt x="101" y="351"/>
                    <a:pt x="51" y="577"/>
                    <a:pt x="1" y="853"/>
                  </a:cubicBezTo>
                  <a:cubicBezTo>
                    <a:pt x="649" y="1387"/>
                    <a:pt x="1601" y="1702"/>
                    <a:pt x="2579" y="1702"/>
                  </a:cubicBezTo>
                  <a:cubicBezTo>
                    <a:pt x="3114" y="1702"/>
                    <a:pt x="3656" y="1608"/>
                    <a:pt x="4161" y="1404"/>
                  </a:cubicBezTo>
                  <a:cubicBezTo>
                    <a:pt x="3986" y="853"/>
                    <a:pt x="3760" y="301"/>
                    <a:pt x="34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733;p37">
              <a:extLst>
                <a:ext uri="{FF2B5EF4-FFF2-40B4-BE49-F238E27FC236}">
                  <a16:creationId xmlns:a16="http://schemas.microsoft.com/office/drawing/2014/main" id="{383D49B6-F29A-C025-AB36-6136F11B2813}"/>
                </a:ext>
              </a:extLst>
            </p:cNvPr>
            <p:cNvSpPr/>
            <p:nvPr/>
          </p:nvSpPr>
          <p:spPr>
            <a:xfrm>
              <a:off x="6639569" y="2689987"/>
              <a:ext cx="459637" cy="555776"/>
            </a:xfrm>
            <a:custGeom>
              <a:avLst/>
              <a:gdLst/>
              <a:ahLst/>
              <a:cxnLst/>
              <a:rect l="l" t="t" r="r" b="b"/>
              <a:pathLst>
                <a:path w="4796" h="5799" extrusionOk="0">
                  <a:moveTo>
                    <a:pt x="1754" y="1"/>
                  </a:moveTo>
                  <a:cubicBezTo>
                    <a:pt x="1410" y="1"/>
                    <a:pt x="1025" y="153"/>
                    <a:pt x="677" y="588"/>
                  </a:cubicBezTo>
                  <a:cubicBezTo>
                    <a:pt x="276" y="1089"/>
                    <a:pt x="0" y="2116"/>
                    <a:pt x="577" y="5199"/>
                  </a:cubicBezTo>
                  <a:cubicBezTo>
                    <a:pt x="633" y="5577"/>
                    <a:pt x="1954" y="5798"/>
                    <a:pt x="3097" y="5798"/>
                  </a:cubicBezTo>
                  <a:cubicBezTo>
                    <a:pt x="4002" y="5798"/>
                    <a:pt x="4796" y="5660"/>
                    <a:pt x="4762" y="5350"/>
                  </a:cubicBezTo>
                  <a:cubicBezTo>
                    <a:pt x="4512" y="3219"/>
                    <a:pt x="3635" y="1966"/>
                    <a:pt x="2707" y="487"/>
                  </a:cubicBezTo>
                  <a:cubicBezTo>
                    <a:pt x="2580" y="260"/>
                    <a:pt x="2203" y="1"/>
                    <a:pt x="17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734;p37">
              <a:extLst>
                <a:ext uri="{FF2B5EF4-FFF2-40B4-BE49-F238E27FC236}">
                  <a16:creationId xmlns:a16="http://schemas.microsoft.com/office/drawing/2014/main" id="{CD0343F9-FADE-C0BE-4ABF-E34779BCDB8B}"/>
                </a:ext>
              </a:extLst>
            </p:cNvPr>
            <p:cNvSpPr/>
            <p:nvPr/>
          </p:nvSpPr>
          <p:spPr>
            <a:xfrm>
              <a:off x="6350231" y="2988718"/>
              <a:ext cx="58078" cy="49262"/>
            </a:xfrm>
            <a:custGeom>
              <a:avLst/>
              <a:gdLst/>
              <a:ahLst/>
              <a:cxnLst/>
              <a:rect l="l" t="t" r="r" b="b"/>
              <a:pathLst>
                <a:path w="606" h="514" extrusionOk="0">
                  <a:moveTo>
                    <a:pt x="126" y="1"/>
                  </a:moveTo>
                  <a:cubicBezTo>
                    <a:pt x="0" y="1"/>
                    <a:pt x="238" y="428"/>
                    <a:pt x="238" y="428"/>
                  </a:cubicBezTo>
                  <a:lnTo>
                    <a:pt x="162" y="453"/>
                  </a:lnTo>
                  <a:cubicBezTo>
                    <a:pt x="162" y="453"/>
                    <a:pt x="402" y="513"/>
                    <a:pt x="516" y="513"/>
                  </a:cubicBezTo>
                  <a:cubicBezTo>
                    <a:pt x="582" y="513"/>
                    <a:pt x="606" y="493"/>
                    <a:pt x="513" y="428"/>
                  </a:cubicBezTo>
                  <a:cubicBezTo>
                    <a:pt x="263" y="253"/>
                    <a:pt x="288" y="52"/>
                    <a:pt x="137" y="2"/>
                  </a:cubicBezTo>
                  <a:cubicBezTo>
                    <a:pt x="133" y="1"/>
                    <a:pt x="129" y="1"/>
                    <a:pt x="126" y="1"/>
                  </a:cubicBezTo>
                  <a:close/>
                </a:path>
              </a:pathLst>
            </a:custGeom>
            <a:solidFill>
              <a:srgbClr val="F89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735;p37">
              <a:extLst>
                <a:ext uri="{FF2B5EF4-FFF2-40B4-BE49-F238E27FC236}">
                  <a16:creationId xmlns:a16="http://schemas.microsoft.com/office/drawing/2014/main" id="{3008AE75-F34F-1A83-B405-850B77819EE1}"/>
                </a:ext>
              </a:extLst>
            </p:cNvPr>
            <p:cNvSpPr/>
            <p:nvPr/>
          </p:nvSpPr>
          <p:spPr>
            <a:xfrm>
              <a:off x="6302599" y="2991593"/>
              <a:ext cx="89704" cy="69388"/>
            </a:xfrm>
            <a:custGeom>
              <a:avLst/>
              <a:gdLst/>
              <a:ahLst/>
              <a:cxnLst/>
              <a:rect l="l" t="t" r="r" b="b"/>
              <a:pathLst>
                <a:path w="936" h="724" extrusionOk="0">
                  <a:moveTo>
                    <a:pt x="79" y="0"/>
                  </a:moveTo>
                  <a:cubicBezTo>
                    <a:pt x="23" y="0"/>
                    <a:pt x="1" y="28"/>
                    <a:pt x="33" y="97"/>
                  </a:cubicBezTo>
                  <a:cubicBezTo>
                    <a:pt x="158" y="423"/>
                    <a:pt x="308" y="699"/>
                    <a:pt x="860" y="724"/>
                  </a:cubicBezTo>
                  <a:lnTo>
                    <a:pt x="935" y="373"/>
                  </a:lnTo>
                  <a:cubicBezTo>
                    <a:pt x="935" y="373"/>
                    <a:pt x="283" y="0"/>
                    <a:pt x="79" y="0"/>
                  </a:cubicBezTo>
                  <a:close/>
                </a:path>
              </a:pathLst>
            </a:custGeom>
            <a:solidFill>
              <a:srgbClr val="F89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736;p37">
              <a:extLst>
                <a:ext uri="{FF2B5EF4-FFF2-40B4-BE49-F238E27FC236}">
                  <a16:creationId xmlns:a16="http://schemas.microsoft.com/office/drawing/2014/main" id="{92E0AFB9-5882-D962-DB7A-EB8CFD06BCE8}"/>
                </a:ext>
              </a:extLst>
            </p:cNvPr>
            <p:cNvSpPr/>
            <p:nvPr/>
          </p:nvSpPr>
          <p:spPr>
            <a:xfrm>
              <a:off x="6370549" y="2770779"/>
              <a:ext cx="439607" cy="337836"/>
            </a:xfrm>
            <a:custGeom>
              <a:avLst/>
              <a:gdLst/>
              <a:ahLst/>
              <a:cxnLst/>
              <a:rect l="l" t="t" r="r" b="b"/>
              <a:pathLst>
                <a:path w="4587" h="3525" extrusionOk="0">
                  <a:moveTo>
                    <a:pt x="3737" y="1"/>
                  </a:moveTo>
                  <a:cubicBezTo>
                    <a:pt x="3660" y="1"/>
                    <a:pt x="3576" y="7"/>
                    <a:pt x="3484" y="20"/>
                  </a:cubicBezTo>
                  <a:cubicBezTo>
                    <a:pt x="2732" y="121"/>
                    <a:pt x="3234" y="1674"/>
                    <a:pt x="2933" y="2126"/>
                  </a:cubicBezTo>
                  <a:cubicBezTo>
                    <a:pt x="2612" y="2553"/>
                    <a:pt x="1988" y="2665"/>
                    <a:pt x="1420" y="2665"/>
                  </a:cubicBezTo>
                  <a:cubicBezTo>
                    <a:pt x="788" y="2665"/>
                    <a:pt x="226" y="2527"/>
                    <a:pt x="226" y="2527"/>
                  </a:cubicBezTo>
                  <a:cubicBezTo>
                    <a:pt x="0" y="2702"/>
                    <a:pt x="76" y="3053"/>
                    <a:pt x="76" y="3053"/>
                  </a:cubicBezTo>
                  <a:cubicBezTo>
                    <a:pt x="76" y="3053"/>
                    <a:pt x="1366" y="3524"/>
                    <a:pt x="2463" y="3524"/>
                  </a:cubicBezTo>
                  <a:cubicBezTo>
                    <a:pt x="2925" y="3524"/>
                    <a:pt x="3352" y="3441"/>
                    <a:pt x="3635" y="3203"/>
                  </a:cubicBezTo>
                  <a:cubicBezTo>
                    <a:pt x="4587" y="2376"/>
                    <a:pt x="4587" y="1298"/>
                    <a:pt x="4512" y="647"/>
                  </a:cubicBezTo>
                  <a:cubicBezTo>
                    <a:pt x="4446" y="277"/>
                    <a:pt x="4249" y="1"/>
                    <a:pt x="373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737;p37">
              <a:extLst>
                <a:ext uri="{FF2B5EF4-FFF2-40B4-BE49-F238E27FC236}">
                  <a16:creationId xmlns:a16="http://schemas.microsoft.com/office/drawing/2014/main" id="{BCBA20BC-75B4-36CE-341E-205033B601C5}"/>
                </a:ext>
              </a:extLst>
            </p:cNvPr>
            <p:cNvSpPr/>
            <p:nvPr/>
          </p:nvSpPr>
          <p:spPr>
            <a:xfrm>
              <a:off x="6560310" y="2441667"/>
              <a:ext cx="482925" cy="547726"/>
            </a:xfrm>
            <a:custGeom>
              <a:avLst/>
              <a:gdLst/>
              <a:ahLst/>
              <a:cxnLst/>
              <a:rect l="l" t="t" r="r" b="b"/>
              <a:pathLst>
                <a:path w="5039" h="5715" extrusionOk="0">
                  <a:moveTo>
                    <a:pt x="1852" y="1"/>
                  </a:moveTo>
                  <a:cubicBezTo>
                    <a:pt x="1664" y="1"/>
                    <a:pt x="1429" y="50"/>
                    <a:pt x="1128" y="171"/>
                  </a:cubicBezTo>
                  <a:cubicBezTo>
                    <a:pt x="727" y="321"/>
                    <a:pt x="301" y="798"/>
                    <a:pt x="502" y="1625"/>
                  </a:cubicBezTo>
                  <a:cubicBezTo>
                    <a:pt x="727" y="2452"/>
                    <a:pt x="702" y="2477"/>
                    <a:pt x="502" y="2828"/>
                  </a:cubicBezTo>
                  <a:cubicBezTo>
                    <a:pt x="0" y="3805"/>
                    <a:pt x="1830" y="3254"/>
                    <a:pt x="1554" y="4181"/>
                  </a:cubicBezTo>
                  <a:cubicBezTo>
                    <a:pt x="1216" y="5330"/>
                    <a:pt x="1683" y="5715"/>
                    <a:pt x="2343" y="5715"/>
                  </a:cubicBezTo>
                  <a:cubicBezTo>
                    <a:pt x="3152" y="5715"/>
                    <a:pt x="4250" y="5138"/>
                    <a:pt x="4512" y="4682"/>
                  </a:cubicBezTo>
                  <a:cubicBezTo>
                    <a:pt x="5038" y="3755"/>
                    <a:pt x="4938" y="2427"/>
                    <a:pt x="3985" y="2101"/>
                  </a:cubicBezTo>
                  <a:cubicBezTo>
                    <a:pt x="3660" y="2001"/>
                    <a:pt x="3910" y="898"/>
                    <a:pt x="3208" y="873"/>
                  </a:cubicBezTo>
                  <a:cubicBezTo>
                    <a:pt x="2622" y="853"/>
                    <a:pt x="2639" y="1"/>
                    <a:pt x="18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27257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>
          <a:extLst>
            <a:ext uri="{FF2B5EF4-FFF2-40B4-BE49-F238E27FC236}">
              <a16:creationId xmlns:a16="http://schemas.microsoft.com/office/drawing/2014/main" id="{95C7C189-15B5-4D9C-D559-D6D9DD685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597;p36">
            <a:extLst>
              <a:ext uri="{FF2B5EF4-FFF2-40B4-BE49-F238E27FC236}">
                <a16:creationId xmlns:a16="http://schemas.microsoft.com/office/drawing/2014/main" id="{90653D36-23F1-288C-B1DE-E0A1863665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006" y="619929"/>
            <a:ext cx="825150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sz="2800" dirty="0"/>
              <a:t>Data Exploration - Visual Insights no.1 </a:t>
            </a:r>
            <a:br>
              <a:rPr lang="en-US" dirty="0"/>
            </a:br>
            <a:br>
              <a:rPr lang="en-US" dirty="0"/>
            </a:br>
            <a:endParaRPr lang="en-US" sz="2800" dirty="0"/>
          </a:p>
        </p:txBody>
      </p:sp>
      <p:grpSp>
        <p:nvGrpSpPr>
          <p:cNvPr id="1576" name="Google Shape;1745;p38">
            <a:extLst>
              <a:ext uri="{FF2B5EF4-FFF2-40B4-BE49-F238E27FC236}">
                <a16:creationId xmlns:a16="http://schemas.microsoft.com/office/drawing/2014/main" id="{DDEC4685-33C6-7B6A-CF78-64BC115361E6}"/>
              </a:ext>
            </a:extLst>
          </p:cNvPr>
          <p:cNvGrpSpPr/>
          <p:nvPr/>
        </p:nvGrpSpPr>
        <p:grpSpPr>
          <a:xfrm>
            <a:off x="7273502" y="104196"/>
            <a:ext cx="1378130" cy="1279127"/>
            <a:chOff x="5353800" y="841275"/>
            <a:chExt cx="3230047" cy="3218875"/>
          </a:xfrm>
        </p:grpSpPr>
        <p:sp>
          <p:nvSpPr>
            <p:cNvPr id="1577" name="Google Shape;1746;p38">
              <a:extLst>
                <a:ext uri="{FF2B5EF4-FFF2-40B4-BE49-F238E27FC236}">
                  <a16:creationId xmlns:a16="http://schemas.microsoft.com/office/drawing/2014/main" id="{FA5C8556-8CEF-3CCC-09F1-99CEEFE8FD4D}"/>
                </a:ext>
              </a:extLst>
            </p:cNvPr>
            <p:cNvSpPr/>
            <p:nvPr/>
          </p:nvSpPr>
          <p:spPr>
            <a:xfrm>
              <a:off x="6287794" y="1282766"/>
              <a:ext cx="102452" cy="88921"/>
            </a:xfrm>
            <a:custGeom>
              <a:avLst/>
              <a:gdLst/>
              <a:ahLst/>
              <a:cxnLst/>
              <a:rect l="l" t="t" r="r" b="b"/>
              <a:pathLst>
                <a:path w="954" h="828" extrusionOk="0">
                  <a:moveTo>
                    <a:pt x="753" y="0"/>
                  </a:moveTo>
                  <a:cubicBezTo>
                    <a:pt x="753" y="0"/>
                    <a:pt x="702" y="25"/>
                    <a:pt x="652" y="75"/>
                  </a:cubicBezTo>
                  <a:cubicBezTo>
                    <a:pt x="577" y="125"/>
                    <a:pt x="477" y="201"/>
                    <a:pt x="377" y="276"/>
                  </a:cubicBezTo>
                  <a:cubicBezTo>
                    <a:pt x="276" y="326"/>
                    <a:pt x="201" y="426"/>
                    <a:pt x="126" y="476"/>
                  </a:cubicBezTo>
                  <a:cubicBezTo>
                    <a:pt x="51" y="526"/>
                    <a:pt x="1" y="577"/>
                    <a:pt x="1" y="577"/>
                  </a:cubicBezTo>
                  <a:lnTo>
                    <a:pt x="276" y="827"/>
                  </a:lnTo>
                  <a:cubicBezTo>
                    <a:pt x="276" y="827"/>
                    <a:pt x="301" y="802"/>
                    <a:pt x="377" y="752"/>
                  </a:cubicBezTo>
                  <a:cubicBezTo>
                    <a:pt x="427" y="702"/>
                    <a:pt x="502" y="627"/>
                    <a:pt x="602" y="551"/>
                  </a:cubicBezTo>
                  <a:cubicBezTo>
                    <a:pt x="677" y="501"/>
                    <a:pt x="778" y="426"/>
                    <a:pt x="853" y="401"/>
                  </a:cubicBezTo>
                  <a:cubicBezTo>
                    <a:pt x="903" y="351"/>
                    <a:pt x="953" y="326"/>
                    <a:pt x="953" y="326"/>
                  </a:cubicBezTo>
                  <a:lnTo>
                    <a:pt x="753" y="0"/>
                  </a:ln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747;p38">
              <a:extLst>
                <a:ext uri="{FF2B5EF4-FFF2-40B4-BE49-F238E27FC236}">
                  <a16:creationId xmlns:a16="http://schemas.microsoft.com/office/drawing/2014/main" id="{16597017-9197-107C-65E1-AAC10E016BCE}"/>
                </a:ext>
              </a:extLst>
            </p:cNvPr>
            <p:cNvSpPr/>
            <p:nvPr/>
          </p:nvSpPr>
          <p:spPr>
            <a:xfrm>
              <a:off x="6411618" y="1212746"/>
              <a:ext cx="102345" cy="80867"/>
            </a:xfrm>
            <a:custGeom>
              <a:avLst/>
              <a:gdLst/>
              <a:ahLst/>
              <a:cxnLst/>
              <a:rect l="l" t="t" r="r" b="b"/>
              <a:pathLst>
                <a:path w="953" h="753" extrusionOk="0">
                  <a:moveTo>
                    <a:pt x="803" y="0"/>
                  </a:moveTo>
                  <a:cubicBezTo>
                    <a:pt x="803" y="0"/>
                    <a:pt x="752" y="26"/>
                    <a:pt x="677" y="76"/>
                  </a:cubicBezTo>
                  <a:cubicBezTo>
                    <a:pt x="602" y="101"/>
                    <a:pt x="502" y="151"/>
                    <a:pt x="402" y="201"/>
                  </a:cubicBezTo>
                  <a:cubicBezTo>
                    <a:pt x="301" y="276"/>
                    <a:pt x="201" y="326"/>
                    <a:pt x="126" y="351"/>
                  </a:cubicBezTo>
                  <a:cubicBezTo>
                    <a:pt x="51" y="401"/>
                    <a:pt x="1" y="427"/>
                    <a:pt x="1" y="427"/>
                  </a:cubicBezTo>
                  <a:lnTo>
                    <a:pt x="176" y="752"/>
                  </a:lnTo>
                  <a:cubicBezTo>
                    <a:pt x="176" y="752"/>
                    <a:pt x="226" y="702"/>
                    <a:pt x="301" y="677"/>
                  </a:cubicBezTo>
                  <a:cubicBezTo>
                    <a:pt x="377" y="627"/>
                    <a:pt x="477" y="577"/>
                    <a:pt x="577" y="527"/>
                  </a:cubicBezTo>
                  <a:cubicBezTo>
                    <a:pt x="652" y="477"/>
                    <a:pt x="752" y="427"/>
                    <a:pt x="828" y="401"/>
                  </a:cubicBezTo>
                  <a:cubicBezTo>
                    <a:pt x="903" y="351"/>
                    <a:pt x="953" y="351"/>
                    <a:pt x="953" y="351"/>
                  </a:cubicBezTo>
                  <a:lnTo>
                    <a:pt x="8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748;p38">
              <a:extLst>
                <a:ext uri="{FF2B5EF4-FFF2-40B4-BE49-F238E27FC236}">
                  <a16:creationId xmlns:a16="http://schemas.microsoft.com/office/drawing/2014/main" id="{EDD358B9-8DD3-6170-3B56-FA74F85A20DA}"/>
                </a:ext>
              </a:extLst>
            </p:cNvPr>
            <p:cNvSpPr/>
            <p:nvPr/>
          </p:nvSpPr>
          <p:spPr>
            <a:xfrm>
              <a:off x="6543496" y="1164312"/>
              <a:ext cx="105137" cy="67335"/>
            </a:xfrm>
            <a:custGeom>
              <a:avLst/>
              <a:gdLst/>
              <a:ahLst/>
              <a:cxnLst/>
              <a:rect l="l" t="t" r="r" b="b"/>
              <a:pathLst>
                <a:path w="979" h="627" extrusionOk="0">
                  <a:moveTo>
                    <a:pt x="853" y="0"/>
                  </a:moveTo>
                  <a:cubicBezTo>
                    <a:pt x="853" y="0"/>
                    <a:pt x="652" y="50"/>
                    <a:pt x="427" y="126"/>
                  </a:cubicBezTo>
                  <a:cubicBezTo>
                    <a:pt x="201" y="201"/>
                    <a:pt x="1" y="301"/>
                    <a:pt x="1" y="301"/>
                  </a:cubicBezTo>
                  <a:lnTo>
                    <a:pt x="126" y="627"/>
                  </a:lnTo>
                  <a:cubicBezTo>
                    <a:pt x="126" y="627"/>
                    <a:pt x="326" y="552"/>
                    <a:pt x="552" y="477"/>
                  </a:cubicBezTo>
                  <a:cubicBezTo>
                    <a:pt x="753" y="401"/>
                    <a:pt x="978" y="351"/>
                    <a:pt x="978" y="351"/>
                  </a:cubicBezTo>
                  <a:lnTo>
                    <a:pt x="8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749;p38">
              <a:extLst>
                <a:ext uri="{FF2B5EF4-FFF2-40B4-BE49-F238E27FC236}">
                  <a16:creationId xmlns:a16="http://schemas.microsoft.com/office/drawing/2014/main" id="{C274760C-20D8-31F0-BDA7-719D3B451402}"/>
                </a:ext>
              </a:extLst>
            </p:cNvPr>
            <p:cNvSpPr/>
            <p:nvPr/>
          </p:nvSpPr>
          <p:spPr>
            <a:xfrm>
              <a:off x="6683429" y="1129302"/>
              <a:ext cx="102452" cy="59281"/>
            </a:xfrm>
            <a:custGeom>
              <a:avLst/>
              <a:gdLst/>
              <a:ahLst/>
              <a:cxnLst/>
              <a:rect l="l" t="t" r="r" b="b"/>
              <a:pathLst>
                <a:path w="954" h="552" extrusionOk="0">
                  <a:moveTo>
                    <a:pt x="878" y="1"/>
                  </a:moveTo>
                  <a:cubicBezTo>
                    <a:pt x="878" y="1"/>
                    <a:pt x="653" y="51"/>
                    <a:pt x="427" y="101"/>
                  </a:cubicBezTo>
                  <a:cubicBezTo>
                    <a:pt x="327" y="126"/>
                    <a:pt x="226" y="151"/>
                    <a:pt x="126" y="151"/>
                  </a:cubicBezTo>
                  <a:cubicBezTo>
                    <a:pt x="51" y="176"/>
                    <a:pt x="1" y="201"/>
                    <a:pt x="1" y="201"/>
                  </a:cubicBezTo>
                  <a:lnTo>
                    <a:pt x="76" y="552"/>
                  </a:lnTo>
                  <a:cubicBezTo>
                    <a:pt x="76" y="552"/>
                    <a:pt x="126" y="527"/>
                    <a:pt x="226" y="527"/>
                  </a:cubicBezTo>
                  <a:cubicBezTo>
                    <a:pt x="302" y="502"/>
                    <a:pt x="402" y="477"/>
                    <a:pt x="527" y="452"/>
                  </a:cubicBezTo>
                  <a:cubicBezTo>
                    <a:pt x="728" y="402"/>
                    <a:pt x="953" y="376"/>
                    <a:pt x="953" y="376"/>
                  </a:cubicBezTo>
                  <a:lnTo>
                    <a:pt x="8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750;p38">
              <a:extLst>
                <a:ext uri="{FF2B5EF4-FFF2-40B4-BE49-F238E27FC236}">
                  <a16:creationId xmlns:a16="http://schemas.microsoft.com/office/drawing/2014/main" id="{1CF2E1A6-301A-1981-522F-4439C967B639}"/>
                </a:ext>
              </a:extLst>
            </p:cNvPr>
            <p:cNvSpPr/>
            <p:nvPr/>
          </p:nvSpPr>
          <p:spPr>
            <a:xfrm>
              <a:off x="6826154" y="1113193"/>
              <a:ext cx="99660" cy="48541"/>
            </a:xfrm>
            <a:custGeom>
              <a:avLst/>
              <a:gdLst/>
              <a:ahLst/>
              <a:cxnLst/>
              <a:rect l="l" t="t" r="r" b="b"/>
              <a:pathLst>
                <a:path w="928" h="452" extrusionOk="0">
                  <a:moveTo>
                    <a:pt x="903" y="0"/>
                  </a:moveTo>
                  <a:cubicBezTo>
                    <a:pt x="903" y="0"/>
                    <a:pt x="677" y="25"/>
                    <a:pt x="451" y="25"/>
                  </a:cubicBezTo>
                  <a:cubicBezTo>
                    <a:pt x="226" y="50"/>
                    <a:pt x="0" y="75"/>
                    <a:pt x="0" y="75"/>
                  </a:cubicBezTo>
                  <a:lnTo>
                    <a:pt x="50" y="451"/>
                  </a:lnTo>
                  <a:cubicBezTo>
                    <a:pt x="50" y="451"/>
                    <a:pt x="276" y="426"/>
                    <a:pt x="476" y="401"/>
                  </a:cubicBezTo>
                  <a:cubicBezTo>
                    <a:pt x="702" y="376"/>
                    <a:pt x="928" y="376"/>
                    <a:pt x="928" y="376"/>
                  </a:cubicBezTo>
                  <a:lnTo>
                    <a:pt x="90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751;p38">
              <a:extLst>
                <a:ext uri="{FF2B5EF4-FFF2-40B4-BE49-F238E27FC236}">
                  <a16:creationId xmlns:a16="http://schemas.microsoft.com/office/drawing/2014/main" id="{A32DA5FA-AC2F-A943-CBB7-9AFDBE40D7BC}"/>
                </a:ext>
              </a:extLst>
            </p:cNvPr>
            <p:cNvSpPr/>
            <p:nvPr/>
          </p:nvSpPr>
          <p:spPr>
            <a:xfrm>
              <a:off x="6971456" y="1113193"/>
              <a:ext cx="99660" cy="40487"/>
            </a:xfrm>
            <a:custGeom>
              <a:avLst/>
              <a:gdLst/>
              <a:ahLst/>
              <a:cxnLst/>
              <a:rect l="l" t="t" r="r" b="b"/>
              <a:pathLst>
                <a:path w="928" h="377" extrusionOk="0">
                  <a:moveTo>
                    <a:pt x="1" y="0"/>
                  </a:moveTo>
                  <a:lnTo>
                    <a:pt x="1" y="351"/>
                  </a:lnTo>
                  <a:lnTo>
                    <a:pt x="452" y="351"/>
                  </a:lnTo>
                  <a:cubicBezTo>
                    <a:pt x="677" y="376"/>
                    <a:pt x="903" y="376"/>
                    <a:pt x="903" y="376"/>
                  </a:cubicBezTo>
                  <a:lnTo>
                    <a:pt x="92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752;p38">
              <a:extLst>
                <a:ext uri="{FF2B5EF4-FFF2-40B4-BE49-F238E27FC236}">
                  <a16:creationId xmlns:a16="http://schemas.microsoft.com/office/drawing/2014/main" id="{FC66096B-4E71-288C-734A-1B375D4D729D}"/>
                </a:ext>
              </a:extLst>
            </p:cNvPr>
            <p:cNvSpPr/>
            <p:nvPr/>
          </p:nvSpPr>
          <p:spPr>
            <a:xfrm>
              <a:off x="7114074" y="1115878"/>
              <a:ext cx="99768" cy="48541"/>
            </a:xfrm>
            <a:custGeom>
              <a:avLst/>
              <a:gdLst/>
              <a:ahLst/>
              <a:cxnLst/>
              <a:rect l="l" t="t" r="r" b="b"/>
              <a:pathLst>
                <a:path w="929" h="452" extrusionOk="0">
                  <a:moveTo>
                    <a:pt x="26" y="0"/>
                  </a:moveTo>
                  <a:lnTo>
                    <a:pt x="1" y="376"/>
                  </a:lnTo>
                  <a:cubicBezTo>
                    <a:pt x="1" y="376"/>
                    <a:pt x="227" y="376"/>
                    <a:pt x="452" y="401"/>
                  </a:cubicBezTo>
                  <a:cubicBezTo>
                    <a:pt x="678" y="426"/>
                    <a:pt x="903" y="451"/>
                    <a:pt x="903" y="451"/>
                  </a:cubicBezTo>
                  <a:lnTo>
                    <a:pt x="928" y="100"/>
                  </a:lnTo>
                  <a:cubicBezTo>
                    <a:pt x="928" y="100"/>
                    <a:pt x="703" y="75"/>
                    <a:pt x="477" y="50"/>
                  </a:cubicBezTo>
                  <a:cubicBezTo>
                    <a:pt x="252" y="25"/>
                    <a:pt x="26" y="0"/>
                    <a:pt x="26" y="0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753;p38">
              <a:extLst>
                <a:ext uri="{FF2B5EF4-FFF2-40B4-BE49-F238E27FC236}">
                  <a16:creationId xmlns:a16="http://schemas.microsoft.com/office/drawing/2014/main" id="{157997C0-7311-9037-0208-F030855AF5EA}"/>
                </a:ext>
              </a:extLst>
            </p:cNvPr>
            <p:cNvSpPr/>
            <p:nvPr/>
          </p:nvSpPr>
          <p:spPr>
            <a:xfrm>
              <a:off x="7256799" y="1131986"/>
              <a:ext cx="102345" cy="56596"/>
            </a:xfrm>
            <a:custGeom>
              <a:avLst/>
              <a:gdLst/>
              <a:ahLst/>
              <a:cxnLst/>
              <a:rect l="l" t="t" r="r" b="b"/>
              <a:pathLst>
                <a:path w="953" h="527" extrusionOk="0">
                  <a:moveTo>
                    <a:pt x="50" y="1"/>
                  </a:moveTo>
                  <a:lnTo>
                    <a:pt x="0" y="377"/>
                  </a:lnTo>
                  <a:cubicBezTo>
                    <a:pt x="0" y="377"/>
                    <a:pt x="226" y="402"/>
                    <a:pt x="426" y="452"/>
                  </a:cubicBezTo>
                  <a:cubicBezTo>
                    <a:pt x="652" y="477"/>
                    <a:pt x="878" y="527"/>
                    <a:pt x="878" y="527"/>
                  </a:cubicBezTo>
                  <a:lnTo>
                    <a:pt x="953" y="176"/>
                  </a:lnTo>
                  <a:cubicBezTo>
                    <a:pt x="953" y="176"/>
                    <a:pt x="727" y="126"/>
                    <a:pt x="502" y="76"/>
                  </a:cubicBezTo>
                  <a:cubicBezTo>
                    <a:pt x="276" y="51"/>
                    <a:pt x="50" y="1"/>
                    <a:pt x="50" y="1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754;p38">
              <a:extLst>
                <a:ext uri="{FF2B5EF4-FFF2-40B4-BE49-F238E27FC236}">
                  <a16:creationId xmlns:a16="http://schemas.microsoft.com/office/drawing/2014/main" id="{15124A74-7648-4FED-C37B-0B75407E38D6}"/>
                </a:ext>
              </a:extLst>
            </p:cNvPr>
            <p:cNvSpPr/>
            <p:nvPr/>
          </p:nvSpPr>
          <p:spPr>
            <a:xfrm>
              <a:off x="7396731" y="1161627"/>
              <a:ext cx="102345" cy="64650"/>
            </a:xfrm>
            <a:custGeom>
              <a:avLst/>
              <a:gdLst/>
              <a:ahLst/>
              <a:cxnLst/>
              <a:rect l="l" t="t" r="r" b="b"/>
              <a:pathLst>
                <a:path w="953" h="602" extrusionOk="0">
                  <a:moveTo>
                    <a:pt x="76" y="0"/>
                  </a:moveTo>
                  <a:lnTo>
                    <a:pt x="1" y="351"/>
                  </a:lnTo>
                  <a:cubicBezTo>
                    <a:pt x="1" y="351"/>
                    <a:pt x="201" y="401"/>
                    <a:pt x="427" y="476"/>
                  </a:cubicBezTo>
                  <a:cubicBezTo>
                    <a:pt x="627" y="527"/>
                    <a:pt x="853" y="602"/>
                    <a:pt x="853" y="602"/>
                  </a:cubicBezTo>
                  <a:lnTo>
                    <a:pt x="953" y="251"/>
                  </a:lnTo>
                  <a:cubicBezTo>
                    <a:pt x="953" y="251"/>
                    <a:pt x="752" y="176"/>
                    <a:pt x="527" y="126"/>
                  </a:cubicBezTo>
                  <a:cubicBezTo>
                    <a:pt x="301" y="50"/>
                    <a:pt x="76" y="0"/>
                    <a:pt x="76" y="0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755;p38">
              <a:extLst>
                <a:ext uri="{FF2B5EF4-FFF2-40B4-BE49-F238E27FC236}">
                  <a16:creationId xmlns:a16="http://schemas.microsoft.com/office/drawing/2014/main" id="{4E61F50D-97D4-9BD5-3669-EC9ADB0F77B8}"/>
                </a:ext>
              </a:extLst>
            </p:cNvPr>
            <p:cNvSpPr/>
            <p:nvPr/>
          </p:nvSpPr>
          <p:spPr>
            <a:xfrm>
              <a:off x="7531294" y="1202006"/>
              <a:ext cx="105137" cy="72705"/>
            </a:xfrm>
            <a:custGeom>
              <a:avLst/>
              <a:gdLst/>
              <a:ahLst/>
              <a:cxnLst/>
              <a:rect l="l" t="t" r="r" b="b"/>
              <a:pathLst>
                <a:path w="979" h="677" extrusionOk="0">
                  <a:moveTo>
                    <a:pt x="126" y="0"/>
                  </a:moveTo>
                  <a:lnTo>
                    <a:pt x="1" y="351"/>
                  </a:lnTo>
                  <a:cubicBezTo>
                    <a:pt x="1" y="351"/>
                    <a:pt x="226" y="426"/>
                    <a:pt x="427" y="501"/>
                  </a:cubicBezTo>
                  <a:cubicBezTo>
                    <a:pt x="627" y="602"/>
                    <a:pt x="828" y="677"/>
                    <a:pt x="828" y="677"/>
                  </a:cubicBezTo>
                  <a:lnTo>
                    <a:pt x="978" y="351"/>
                  </a:lnTo>
                  <a:cubicBezTo>
                    <a:pt x="978" y="351"/>
                    <a:pt x="778" y="251"/>
                    <a:pt x="552" y="176"/>
                  </a:cubicBezTo>
                  <a:cubicBezTo>
                    <a:pt x="352" y="75"/>
                    <a:pt x="126" y="0"/>
                    <a:pt x="126" y="0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756;p38">
              <a:extLst>
                <a:ext uri="{FF2B5EF4-FFF2-40B4-BE49-F238E27FC236}">
                  <a16:creationId xmlns:a16="http://schemas.microsoft.com/office/drawing/2014/main" id="{1C798F61-F6FD-8D4A-4592-43F01D832BE5}"/>
                </a:ext>
              </a:extLst>
            </p:cNvPr>
            <p:cNvSpPr/>
            <p:nvPr/>
          </p:nvSpPr>
          <p:spPr>
            <a:xfrm>
              <a:off x="7663172" y="1258495"/>
              <a:ext cx="105137" cy="78182"/>
            </a:xfrm>
            <a:custGeom>
              <a:avLst/>
              <a:gdLst/>
              <a:ahLst/>
              <a:cxnLst/>
              <a:rect l="l" t="t" r="r" b="b"/>
              <a:pathLst>
                <a:path w="979" h="728" extrusionOk="0">
                  <a:moveTo>
                    <a:pt x="151" y="1"/>
                  </a:moveTo>
                  <a:lnTo>
                    <a:pt x="1" y="326"/>
                  </a:lnTo>
                  <a:cubicBezTo>
                    <a:pt x="1" y="326"/>
                    <a:pt x="201" y="427"/>
                    <a:pt x="402" y="527"/>
                  </a:cubicBezTo>
                  <a:cubicBezTo>
                    <a:pt x="602" y="627"/>
                    <a:pt x="803" y="727"/>
                    <a:pt x="803" y="727"/>
                  </a:cubicBezTo>
                  <a:lnTo>
                    <a:pt x="978" y="402"/>
                  </a:lnTo>
                  <a:cubicBezTo>
                    <a:pt x="978" y="402"/>
                    <a:pt x="778" y="301"/>
                    <a:pt x="577" y="201"/>
                  </a:cubicBezTo>
                  <a:cubicBezTo>
                    <a:pt x="377" y="101"/>
                    <a:pt x="151" y="1"/>
                    <a:pt x="151" y="1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757;p38">
              <a:extLst>
                <a:ext uri="{FF2B5EF4-FFF2-40B4-BE49-F238E27FC236}">
                  <a16:creationId xmlns:a16="http://schemas.microsoft.com/office/drawing/2014/main" id="{D40BE8CB-70FC-A717-4009-0EC6EE9AEA80}"/>
                </a:ext>
              </a:extLst>
            </p:cNvPr>
            <p:cNvSpPr/>
            <p:nvPr/>
          </p:nvSpPr>
          <p:spPr>
            <a:xfrm>
              <a:off x="7789681" y="1325830"/>
              <a:ext cx="102452" cy="86236"/>
            </a:xfrm>
            <a:custGeom>
              <a:avLst/>
              <a:gdLst/>
              <a:ahLst/>
              <a:cxnLst/>
              <a:rect l="l" t="t" r="r" b="b"/>
              <a:pathLst>
                <a:path w="954" h="803" extrusionOk="0">
                  <a:moveTo>
                    <a:pt x="176" y="0"/>
                  </a:moveTo>
                  <a:lnTo>
                    <a:pt x="1" y="326"/>
                  </a:lnTo>
                  <a:cubicBezTo>
                    <a:pt x="1" y="326"/>
                    <a:pt x="176" y="451"/>
                    <a:pt x="377" y="551"/>
                  </a:cubicBezTo>
                  <a:cubicBezTo>
                    <a:pt x="452" y="627"/>
                    <a:pt x="552" y="677"/>
                    <a:pt x="627" y="727"/>
                  </a:cubicBezTo>
                  <a:cubicBezTo>
                    <a:pt x="677" y="777"/>
                    <a:pt x="728" y="802"/>
                    <a:pt x="728" y="802"/>
                  </a:cubicBezTo>
                  <a:lnTo>
                    <a:pt x="953" y="526"/>
                  </a:lnTo>
                  <a:cubicBezTo>
                    <a:pt x="953" y="526"/>
                    <a:pt x="903" y="476"/>
                    <a:pt x="828" y="426"/>
                  </a:cubicBezTo>
                  <a:cubicBezTo>
                    <a:pt x="753" y="376"/>
                    <a:pt x="652" y="326"/>
                    <a:pt x="577" y="251"/>
                  </a:cubicBezTo>
                  <a:cubicBezTo>
                    <a:pt x="377" y="125"/>
                    <a:pt x="176" y="0"/>
                    <a:pt x="176" y="0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758;p38">
              <a:extLst>
                <a:ext uri="{FF2B5EF4-FFF2-40B4-BE49-F238E27FC236}">
                  <a16:creationId xmlns:a16="http://schemas.microsoft.com/office/drawing/2014/main" id="{738E644F-FC14-BB25-C568-1B70244DC1C9}"/>
                </a:ext>
              </a:extLst>
            </p:cNvPr>
            <p:cNvSpPr/>
            <p:nvPr/>
          </p:nvSpPr>
          <p:spPr>
            <a:xfrm>
              <a:off x="7905450" y="1409274"/>
              <a:ext cx="99660" cy="94291"/>
            </a:xfrm>
            <a:custGeom>
              <a:avLst/>
              <a:gdLst/>
              <a:ahLst/>
              <a:cxnLst/>
              <a:rect l="l" t="t" r="r" b="b"/>
              <a:pathLst>
                <a:path w="928" h="878" extrusionOk="0">
                  <a:moveTo>
                    <a:pt x="226" y="0"/>
                  </a:moveTo>
                  <a:lnTo>
                    <a:pt x="0" y="301"/>
                  </a:lnTo>
                  <a:lnTo>
                    <a:pt x="677" y="877"/>
                  </a:lnTo>
                  <a:lnTo>
                    <a:pt x="928" y="602"/>
                  </a:lnTo>
                  <a:lnTo>
                    <a:pt x="226" y="0"/>
                  </a:ln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759;p38">
              <a:extLst>
                <a:ext uri="{FF2B5EF4-FFF2-40B4-BE49-F238E27FC236}">
                  <a16:creationId xmlns:a16="http://schemas.microsoft.com/office/drawing/2014/main" id="{702AA9B4-30D8-A494-EDF7-BBA2328ABC51}"/>
                </a:ext>
              </a:extLst>
            </p:cNvPr>
            <p:cNvSpPr/>
            <p:nvPr/>
          </p:nvSpPr>
          <p:spPr>
            <a:xfrm>
              <a:off x="8010373" y="1508827"/>
              <a:ext cx="94398" cy="96975"/>
            </a:xfrm>
            <a:custGeom>
              <a:avLst/>
              <a:gdLst/>
              <a:ahLst/>
              <a:cxnLst/>
              <a:rect l="l" t="t" r="r" b="b"/>
              <a:pathLst>
                <a:path w="879" h="903" extrusionOk="0">
                  <a:moveTo>
                    <a:pt x="252" y="0"/>
                  </a:moveTo>
                  <a:lnTo>
                    <a:pt x="1" y="251"/>
                  </a:lnTo>
                  <a:lnTo>
                    <a:pt x="602" y="903"/>
                  </a:lnTo>
                  <a:lnTo>
                    <a:pt x="878" y="677"/>
                  </a:lnTo>
                  <a:lnTo>
                    <a:pt x="2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760;p38">
              <a:extLst>
                <a:ext uri="{FF2B5EF4-FFF2-40B4-BE49-F238E27FC236}">
                  <a16:creationId xmlns:a16="http://schemas.microsoft.com/office/drawing/2014/main" id="{A1517D7C-303F-3E37-6357-CCC80AD20238}"/>
                </a:ext>
              </a:extLst>
            </p:cNvPr>
            <p:cNvSpPr/>
            <p:nvPr/>
          </p:nvSpPr>
          <p:spPr>
            <a:xfrm>
              <a:off x="8101979" y="1619119"/>
              <a:ext cx="88921" cy="102452"/>
            </a:xfrm>
            <a:custGeom>
              <a:avLst/>
              <a:gdLst/>
              <a:ahLst/>
              <a:cxnLst/>
              <a:rect l="l" t="t" r="r" b="b"/>
              <a:pathLst>
                <a:path w="828" h="954" extrusionOk="0">
                  <a:moveTo>
                    <a:pt x="301" y="1"/>
                  </a:moveTo>
                  <a:lnTo>
                    <a:pt x="0" y="227"/>
                  </a:lnTo>
                  <a:cubicBezTo>
                    <a:pt x="0" y="227"/>
                    <a:pt x="150" y="402"/>
                    <a:pt x="276" y="577"/>
                  </a:cubicBezTo>
                  <a:cubicBezTo>
                    <a:pt x="401" y="753"/>
                    <a:pt x="526" y="953"/>
                    <a:pt x="526" y="953"/>
                  </a:cubicBezTo>
                  <a:lnTo>
                    <a:pt x="827" y="753"/>
                  </a:lnTo>
                  <a:cubicBezTo>
                    <a:pt x="827" y="753"/>
                    <a:pt x="702" y="552"/>
                    <a:pt x="576" y="352"/>
                  </a:cubicBezTo>
                  <a:cubicBezTo>
                    <a:pt x="451" y="176"/>
                    <a:pt x="301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761;p38">
              <a:extLst>
                <a:ext uri="{FF2B5EF4-FFF2-40B4-BE49-F238E27FC236}">
                  <a16:creationId xmlns:a16="http://schemas.microsoft.com/office/drawing/2014/main" id="{C2D3D512-D5B6-B8D4-7BB3-CEF236B3E68F}"/>
                </a:ext>
              </a:extLst>
            </p:cNvPr>
            <p:cNvSpPr/>
            <p:nvPr/>
          </p:nvSpPr>
          <p:spPr>
            <a:xfrm>
              <a:off x="8182631" y="1740258"/>
              <a:ext cx="80867" cy="102452"/>
            </a:xfrm>
            <a:custGeom>
              <a:avLst/>
              <a:gdLst/>
              <a:ahLst/>
              <a:cxnLst/>
              <a:rect l="l" t="t" r="r" b="b"/>
              <a:pathLst>
                <a:path w="753" h="954" extrusionOk="0">
                  <a:moveTo>
                    <a:pt x="302" y="1"/>
                  </a:moveTo>
                  <a:lnTo>
                    <a:pt x="1" y="176"/>
                  </a:lnTo>
                  <a:lnTo>
                    <a:pt x="427" y="953"/>
                  </a:lnTo>
                  <a:lnTo>
                    <a:pt x="753" y="803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762;p38">
              <a:extLst>
                <a:ext uri="{FF2B5EF4-FFF2-40B4-BE49-F238E27FC236}">
                  <a16:creationId xmlns:a16="http://schemas.microsoft.com/office/drawing/2014/main" id="{F67768FC-B8BE-4F60-C7C5-4F348C25B0F4}"/>
                </a:ext>
              </a:extLst>
            </p:cNvPr>
            <p:cNvSpPr/>
            <p:nvPr/>
          </p:nvSpPr>
          <p:spPr>
            <a:xfrm>
              <a:off x="8247281" y="1869451"/>
              <a:ext cx="72812" cy="105137"/>
            </a:xfrm>
            <a:custGeom>
              <a:avLst/>
              <a:gdLst/>
              <a:ahLst/>
              <a:cxnLst/>
              <a:rect l="l" t="t" r="r" b="b"/>
              <a:pathLst>
                <a:path w="678" h="979" extrusionOk="0">
                  <a:moveTo>
                    <a:pt x="326" y="1"/>
                  </a:moveTo>
                  <a:lnTo>
                    <a:pt x="0" y="151"/>
                  </a:lnTo>
                  <a:cubicBezTo>
                    <a:pt x="0" y="151"/>
                    <a:pt x="25" y="201"/>
                    <a:pt x="51" y="276"/>
                  </a:cubicBezTo>
                  <a:cubicBezTo>
                    <a:pt x="101" y="352"/>
                    <a:pt x="126" y="452"/>
                    <a:pt x="176" y="552"/>
                  </a:cubicBezTo>
                  <a:lnTo>
                    <a:pt x="326" y="978"/>
                  </a:lnTo>
                  <a:lnTo>
                    <a:pt x="677" y="853"/>
                  </a:lnTo>
                  <a:cubicBezTo>
                    <a:pt x="677" y="853"/>
                    <a:pt x="602" y="627"/>
                    <a:pt x="502" y="427"/>
                  </a:cubicBezTo>
                  <a:cubicBezTo>
                    <a:pt x="477" y="327"/>
                    <a:pt x="426" y="201"/>
                    <a:pt x="401" y="126"/>
                  </a:cubicBezTo>
                  <a:cubicBezTo>
                    <a:pt x="351" y="51"/>
                    <a:pt x="326" y="1"/>
                    <a:pt x="3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763;p38">
              <a:extLst>
                <a:ext uri="{FF2B5EF4-FFF2-40B4-BE49-F238E27FC236}">
                  <a16:creationId xmlns:a16="http://schemas.microsoft.com/office/drawing/2014/main" id="{930D56B0-A9E6-8FD5-6728-CB158353DADF}"/>
                </a:ext>
              </a:extLst>
            </p:cNvPr>
            <p:cNvSpPr/>
            <p:nvPr/>
          </p:nvSpPr>
          <p:spPr>
            <a:xfrm>
              <a:off x="8298400" y="2006698"/>
              <a:ext cx="64758" cy="102452"/>
            </a:xfrm>
            <a:custGeom>
              <a:avLst/>
              <a:gdLst/>
              <a:ahLst/>
              <a:cxnLst/>
              <a:rect l="l" t="t" r="r" b="b"/>
              <a:pathLst>
                <a:path w="603" h="954" extrusionOk="0">
                  <a:moveTo>
                    <a:pt x="351" y="1"/>
                  </a:moveTo>
                  <a:lnTo>
                    <a:pt x="1" y="101"/>
                  </a:lnTo>
                  <a:cubicBezTo>
                    <a:pt x="1" y="101"/>
                    <a:pt x="51" y="327"/>
                    <a:pt x="126" y="527"/>
                  </a:cubicBezTo>
                  <a:cubicBezTo>
                    <a:pt x="151" y="628"/>
                    <a:pt x="201" y="753"/>
                    <a:pt x="226" y="828"/>
                  </a:cubicBezTo>
                  <a:cubicBezTo>
                    <a:pt x="251" y="903"/>
                    <a:pt x="251" y="953"/>
                    <a:pt x="251" y="953"/>
                  </a:cubicBezTo>
                  <a:lnTo>
                    <a:pt x="602" y="878"/>
                  </a:lnTo>
                  <a:cubicBezTo>
                    <a:pt x="602" y="878"/>
                    <a:pt x="602" y="803"/>
                    <a:pt x="577" y="728"/>
                  </a:cubicBezTo>
                  <a:cubicBezTo>
                    <a:pt x="552" y="653"/>
                    <a:pt x="502" y="527"/>
                    <a:pt x="477" y="427"/>
                  </a:cubicBezTo>
                  <a:cubicBezTo>
                    <a:pt x="402" y="202"/>
                    <a:pt x="351" y="1"/>
                    <a:pt x="3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764;p38">
              <a:extLst>
                <a:ext uri="{FF2B5EF4-FFF2-40B4-BE49-F238E27FC236}">
                  <a16:creationId xmlns:a16="http://schemas.microsoft.com/office/drawing/2014/main" id="{2D10F729-00AD-B4C8-54ED-1FDF6EEE41B6}"/>
                </a:ext>
              </a:extLst>
            </p:cNvPr>
            <p:cNvSpPr/>
            <p:nvPr/>
          </p:nvSpPr>
          <p:spPr>
            <a:xfrm>
              <a:off x="8336095" y="2146738"/>
              <a:ext cx="56596" cy="102345"/>
            </a:xfrm>
            <a:custGeom>
              <a:avLst/>
              <a:gdLst/>
              <a:ahLst/>
              <a:cxnLst/>
              <a:rect l="l" t="t" r="r" b="b"/>
              <a:pathLst>
                <a:path w="527" h="953" extrusionOk="0">
                  <a:moveTo>
                    <a:pt x="351" y="0"/>
                  </a:moveTo>
                  <a:lnTo>
                    <a:pt x="0" y="75"/>
                  </a:lnTo>
                  <a:cubicBezTo>
                    <a:pt x="0" y="75"/>
                    <a:pt x="51" y="301"/>
                    <a:pt x="101" y="527"/>
                  </a:cubicBezTo>
                  <a:cubicBezTo>
                    <a:pt x="151" y="727"/>
                    <a:pt x="176" y="953"/>
                    <a:pt x="176" y="953"/>
                  </a:cubicBezTo>
                  <a:lnTo>
                    <a:pt x="527" y="903"/>
                  </a:lnTo>
                  <a:cubicBezTo>
                    <a:pt x="527" y="903"/>
                    <a:pt x="502" y="677"/>
                    <a:pt x="452" y="451"/>
                  </a:cubicBezTo>
                  <a:cubicBezTo>
                    <a:pt x="401" y="226"/>
                    <a:pt x="351" y="0"/>
                    <a:pt x="3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765;p38">
              <a:extLst>
                <a:ext uri="{FF2B5EF4-FFF2-40B4-BE49-F238E27FC236}">
                  <a16:creationId xmlns:a16="http://schemas.microsoft.com/office/drawing/2014/main" id="{851379FD-37A5-4423-80F5-3E9655D4F855}"/>
                </a:ext>
              </a:extLst>
            </p:cNvPr>
            <p:cNvSpPr/>
            <p:nvPr/>
          </p:nvSpPr>
          <p:spPr>
            <a:xfrm>
              <a:off x="8363051" y="2289355"/>
              <a:ext cx="51226" cy="102345"/>
            </a:xfrm>
            <a:custGeom>
              <a:avLst/>
              <a:gdLst/>
              <a:ahLst/>
              <a:cxnLst/>
              <a:rect l="l" t="t" r="r" b="b"/>
              <a:pathLst>
                <a:path w="477" h="953" extrusionOk="0">
                  <a:moveTo>
                    <a:pt x="351" y="1"/>
                  </a:moveTo>
                  <a:lnTo>
                    <a:pt x="0" y="51"/>
                  </a:lnTo>
                  <a:cubicBezTo>
                    <a:pt x="0" y="51"/>
                    <a:pt x="0" y="101"/>
                    <a:pt x="25" y="201"/>
                  </a:cubicBezTo>
                  <a:cubicBezTo>
                    <a:pt x="25" y="276"/>
                    <a:pt x="50" y="377"/>
                    <a:pt x="50" y="502"/>
                  </a:cubicBezTo>
                  <a:cubicBezTo>
                    <a:pt x="75" y="727"/>
                    <a:pt x="100" y="953"/>
                    <a:pt x="100" y="953"/>
                  </a:cubicBezTo>
                  <a:lnTo>
                    <a:pt x="476" y="903"/>
                  </a:lnTo>
                  <a:cubicBezTo>
                    <a:pt x="476" y="903"/>
                    <a:pt x="451" y="677"/>
                    <a:pt x="426" y="452"/>
                  </a:cubicBezTo>
                  <a:cubicBezTo>
                    <a:pt x="401" y="326"/>
                    <a:pt x="401" y="226"/>
                    <a:pt x="376" y="151"/>
                  </a:cubicBezTo>
                  <a:cubicBezTo>
                    <a:pt x="376" y="51"/>
                    <a:pt x="351" y="1"/>
                    <a:pt x="3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766;p38">
              <a:extLst>
                <a:ext uri="{FF2B5EF4-FFF2-40B4-BE49-F238E27FC236}">
                  <a16:creationId xmlns:a16="http://schemas.microsoft.com/office/drawing/2014/main" id="{6C7B1DB1-AC1C-1644-2061-B1FA40142B83}"/>
                </a:ext>
              </a:extLst>
            </p:cNvPr>
            <p:cNvSpPr/>
            <p:nvPr/>
          </p:nvSpPr>
          <p:spPr>
            <a:xfrm>
              <a:off x="8379160" y="2434657"/>
              <a:ext cx="43172" cy="97083"/>
            </a:xfrm>
            <a:custGeom>
              <a:avLst/>
              <a:gdLst/>
              <a:ahLst/>
              <a:cxnLst/>
              <a:rect l="l" t="t" r="r" b="b"/>
              <a:pathLst>
                <a:path w="402" h="904" extrusionOk="0">
                  <a:moveTo>
                    <a:pt x="351" y="1"/>
                  </a:moveTo>
                  <a:lnTo>
                    <a:pt x="0" y="26"/>
                  </a:lnTo>
                  <a:cubicBezTo>
                    <a:pt x="0" y="26"/>
                    <a:pt x="0" y="76"/>
                    <a:pt x="0" y="151"/>
                  </a:cubicBezTo>
                  <a:cubicBezTo>
                    <a:pt x="0" y="252"/>
                    <a:pt x="26" y="352"/>
                    <a:pt x="26" y="477"/>
                  </a:cubicBezTo>
                  <a:cubicBezTo>
                    <a:pt x="26" y="703"/>
                    <a:pt x="51" y="903"/>
                    <a:pt x="51" y="903"/>
                  </a:cubicBezTo>
                  <a:lnTo>
                    <a:pt x="401" y="903"/>
                  </a:lnTo>
                  <a:cubicBezTo>
                    <a:pt x="401" y="903"/>
                    <a:pt x="401" y="678"/>
                    <a:pt x="376" y="452"/>
                  </a:cubicBezTo>
                  <a:cubicBezTo>
                    <a:pt x="376" y="327"/>
                    <a:pt x="376" y="227"/>
                    <a:pt x="376" y="126"/>
                  </a:cubicBezTo>
                  <a:cubicBezTo>
                    <a:pt x="376" y="51"/>
                    <a:pt x="351" y="1"/>
                    <a:pt x="3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767;p38">
              <a:extLst>
                <a:ext uri="{FF2B5EF4-FFF2-40B4-BE49-F238E27FC236}">
                  <a16:creationId xmlns:a16="http://schemas.microsoft.com/office/drawing/2014/main" id="{657789B6-552E-3901-A474-36D6289CC728}"/>
                </a:ext>
              </a:extLst>
            </p:cNvPr>
            <p:cNvSpPr/>
            <p:nvPr/>
          </p:nvSpPr>
          <p:spPr>
            <a:xfrm>
              <a:off x="5822140" y="1231539"/>
              <a:ext cx="2468309" cy="2468309"/>
            </a:xfrm>
            <a:custGeom>
              <a:avLst/>
              <a:gdLst/>
              <a:ahLst/>
              <a:cxnLst/>
              <a:rect l="l" t="t" r="r" b="b"/>
              <a:pathLst>
                <a:path w="22984" h="22984" extrusionOk="0">
                  <a:moveTo>
                    <a:pt x="11480" y="1"/>
                  </a:moveTo>
                  <a:cubicBezTo>
                    <a:pt x="5139" y="1"/>
                    <a:pt x="1" y="5139"/>
                    <a:pt x="1" y="11505"/>
                  </a:cubicBezTo>
                  <a:cubicBezTo>
                    <a:pt x="1" y="17846"/>
                    <a:pt x="5139" y="22983"/>
                    <a:pt x="11480" y="22983"/>
                  </a:cubicBezTo>
                  <a:cubicBezTo>
                    <a:pt x="17846" y="22983"/>
                    <a:pt x="22983" y="17846"/>
                    <a:pt x="22983" y="11505"/>
                  </a:cubicBezTo>
                  <a:cubicBezTo>
                    <a:pt x="22983" y="5139"/>
                    <a:pt x="17846" y="1"/>
                    <a:pt x="11480" y="1"/>
                  </a:cubicBezTo>
                  <a:close/>
                </a:path>
              </a:pathLst>
            </a:custGeom>
            <a:solidFill>
              <a:srgbClr val="C5D7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768;p38">
              <a:extLst>
                <a:ext uri="{FF2B5EF4-FFF2-40B4-BE49-F238E27FC236}">
                  <a16:creationId xmlns:a16="http://schemas.microsoft.com/office/drawing/2014/main" id="{582336AE-2704-B0E9-3023-4FDBE75632F4}"/>
                </a:ext>
              </a:extLst>
            </p:cNvPr>
            <p:cNvSpPr/>
            <p:nvPr/>
          </p:nvSpPr>
          <p:spPr>
            <a:xfrm>
              <a:off x="5822140" y="1231539"/>
              <a:ext cx="2468309" cy="2468309"/>
            </a:xfrm>
            <a:custGeom>
              <a:avLst/>
              <a:gdLst/>
              <a:ahLst/>
              <a:cxnLst/>
              <a:rect l="l" t="t" r="r" b="b"/>
              <a:pathLst>
                <a:path w="22984" h="22984" extrusionOk="0">
                  <a:moveTo>
                    <a:pt x="11480" y="1"/>
                  </a:moveTo>
                  <a:cubicBezTo>
                    <a:pt x="5139" y="1"/>
                    <a:pt x="1" y="5139"/>
                    <a:pt x="1" y="11505"/>
                  </a:cubicBezTo>
                  <a:cubicBezTo>
                    <a:pt x="1" y="17846"/>
                    <a:pt x="5139" y="22983"/>
                    <a:pt x="11480" y="22983"/>
                  </a:cubicBezTo>
                  <a:cubicBezTo>
                    <a:pt x="17846" y="22983"/>
                    <a:pt x="22983" y="17846"/>
                    <a:pt x="22983" y="11505"/>
                  </a:cubicBezTo>
                  <a:cubicBezTo>
                    <a:pt x="22983" y="5139"/>
                    <a:pt x="17846" y="1"/>
                    <a:pt x="114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769;p38">
              <a:extLst>
                <a:ext uri="{FF2B5EF4-FFF2-40B4-BE49-F238E27FC236}">
                  <a16:creationId xmlns:a16="http://schemas.microsoft.com/office/drawing/2014/main" id="{09C26383-7CC2-9F2E-3DF3-587764EBC77D}"/>
                </a:ext>
              </a:extLst>
            </p:cNvPr>
            <p:cNvSpPr/>
            <p:nvPr/>
          </p:nvSpPr>
          <p:spPr>
            <a:xfrm>
              <a:off x="7054900" y="1013533"/>
              <a:ext cx="1079402" cy="1496622"/>
            </a:xfrm>
            <a:custGeom>
              <a:avLst/>
              <a:gdLst/>
              <a:ahLst/>
              <a:cxnLst/>
              <a:rect l="l" t="t" r="r" b="b"/>
              <a:pathLst>
                <a:path w="10051" h="13936" extrusionOk="0">
                  <a:moveTo>
                    <a:pt x="1" y="1"/>
                  </a:moveTo>
                  <a:lnTo>
                    <a:pt x="1" y="13936"/>
                  </a:lnTo>
                  <a:lnTo>
                    <a:pt x="10051" y="4287"/>
                  </a:lnTo>
                  <a:cubicBezTo>
                    <a:pt x="7519" y="1655"/>
                    <a:pt x="3961" y="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770;p38">
              <a:extLst>
                <a:ext uri="{FF2B5EF4-FFF2-40B4-BE49-F238E27FC236}">
                  <a16:creationId xmlns:a16="http://schemas.microsoft.com/office/drawing/2014/main" id="{223B09A0-5D7C-BA4E-24EA-C1DF4E0B81CB}"/>
                </a:ext>
              </a:extLst>
            </p:cNvPr>
            <p:cNvSpPr/>
            <p:nvPr/>
          </p:nvSpPr>
          <p:spPr>
            <a:xfrm>
              <a:off x="7054900" y="2510047"/>
              <a:ext cx="1528947" cy="716093"/>
            </a:xfrm>
            <a:custGeom>
              <a:avLst/>
              <a:gdLst/>
              <a:ahLst/>
              <a:cxnLst/>
              <a:rect l="l" t="t" r="r" b="b"/>
              <a:pathLst>
                <a:path w="14237" h="6668" extrusionOk="0">
                  <a:moveTo>
                    <a:pt x="1" y="1"/>
                  </a:moveTo>
                  <a:lnTo>
                    <a:pt x="12357" y="6667"/>
                  </a:lnTo>
                  <a:cubicBezTo>
                    <a:pt x="13409" y="4838"/>
                    <a:pt x="14086" y="2758"/>
                    <a:pt x="14236" y="50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771;p38">
              <a:extLst>
                <a:ext uri="{FF2B5EF4-FFF2-40B4-BE49-F238E27FC236}">
                  <a16:creationId xmlns:a16="http://schemas.microsoft.com/office/drawing/2014/main" id="{202C49A3-D7E5-757B-98FB-4DD49DC4C9FD}"/>
                </a:ext>
              </a:extLst>
            </p:cNvPr>
            <p:cNvSpPr/>
            <p:nvPr/>
          </p:nvSpPr>
          <p:spPr>
            <a:xfrm>
              <a:off x="5539589" y="2316311"/>
              <a:ext cx="1515416" cy="1561165"/>
            </a:xfrm>
            <a:custGeom>
              <a:avLst/>
              <a:gdLst/>
              <a:ahLst/>
              <a:cxnLst/>
              <a:rect l="l" t="t" r="r" b="b"/>
              <a:pathLst>
                <a:path w="14111" h="14537" extrusionOk="0">
                  <a:moveTo>
                    <a:pt x="50" y="0"/>
                  </a:moveTo>
                  <a:cubicBezTo>
                    <a:pt x="25" y="426"/>
                    <a:pt x="0" y="852"/>
                    <a:pt x="0" y="1278"/>
                  </a:cubicBezTo>
                  <a:cubicBezTo>
                    <a:pt x="0" y="7369"/>
                    <a:pt x="3860" y="12532"/>
                    <a:pt x="9248" y="14537"/>
                  </a:cubicBezTo>
                  <a:lnTo>
                    <a:pt x="14111" y="1780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772;p38">
              <a:extLst>
                <a:ext uri="{FF2B5EF4-FFF2-40B4-BE49-F238E27FC236}">
                  <a16:creationId xmlns:a16="http://schemas.microsoft.com/office/drawing/2014/main" id="{556F4194-F6B2-7EFE-DD8B-9FC10A836420}"/>
                </a:ext>
              </a:extLst>
            </p:cNvPr>
            <p:cNvSpPr/>
            <p:nvPr/>
          </p:nvSpPr>
          <p:spPr>
            <a:xfrm>
              <a:off x="5604132" y="841275"/>
              <a:ext cx="1450873" cy="1666195"/>
            </a:xfrm>
            <a:custGeom>
              <a:avLst/>
              <a:gdLst/>
              <a:ahLst/>
              <a:cxnLst/>
              <a:rect l="l" t="t" r="r" b="b"/>
              <a:pathLst>
                <a:path w="13510" h="15515" extrusionOk="0">
                  <a:moveTo>
                    <a:pt x="4988" y="1"/>
                  </a:moveTo>
                  <a:cubicBezTo>
                    <a:pt x="3058" y="1104"/>
                    <a:pt x="1379" y="2557"/>
                    <a:pt x="1" y="4287"/>
                  </a:cubicBezTo>
                  <a:lnTo>
                    <a:pt x="13510" y="15515"/>
                  </a:lnTo>
                  <a:lnTo>
                    <a:pt x="498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773;p38">
              <a:extLst>
                <a:ext uri="{FF2B5EF4-FFF2-40B4-BE49-F238E27FC236}">
                  <a16:creationId xmlns:a16="http://schemas.microsoft.com/office/drawing/2014/main" id="{D45AEBC4-8CDC-F488-6978-C9773BB67A69}"/>
                </a:ext>
              </a:extLst>
            </p:cNvPr>
            <p:cNvSpPr/>
            <p:nvPr/>
          </p:nvSpPr>
          <p:spPr>
            <a:xfrm>
              <a:off x="5628403" y="1891037"/>
              <a:ext cx="183104" cy="183104"/>
            </a:xfrm>
            <a:custGeom>
              <a:avLst/>
              <a:gdLst/>
              <a:ahLst/>
              <a:cxnLst/>
              <a:rect l="l" t="t" r="r" b="b"/>
              <a:pathLst>
                <a:path w="1705" h="1705" extrusionOk="0">
                  <a:moveTo>
                    <a:pt x="276" y="0"/>
                  </a:moveTo>
                  <a:lnTo>
                    <a:pt x="0" y="301"/>
                  </a:lnTo>
                  <a:lnTo>
                    <a:pt x="1429" y="1705"/>
                  </a:lnTo>
                  <a:lnTo>
                    <a:pt x="1705" y="1404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774;p38">
              <a:extLst>
                <a:ext uri="{FF2B5EF4-FFF2-40B4-BE49-F238E27FC236}">
                  <a16:creationId xmlns:a16="http://schemas.microsoft.com/office/drawing/2014/main" id="{8284A70A-2CF6-C36B-7E6D-7D7D211D401A}"/>
                </a:ext>
              </a:extLst>
            </p:cNvPr>
            <p:cNvSpPr/>
            <p:nvPr/>
          </p:nvSpPr>
          <p:spPr>
            <a:xfrm>
              <a:off x="5628403" y="1891037"/>
              <a:ext cx="183104" cy="180419"/>
            </a:xfrm>
            <a:custGeom>
              <a:avLst/>
              <a:gdLst/>
              <a:ahLst/>
              <a:cxnLst/>
              <a:rect l="l" t="t" r="r" b="b"/>
              <a:pathLst>
                <a:path w="1705" h="1680" extrusionOk="0">
                  <a:moveTo>
                    <a:pt x="1404" y="0"/>
                  </a:moveTo>
                  <a:lnTo>
                    <a:pt x="0" y="1404"/>
                  </a:lnTo>
                  <a:lnTo>
                    <a:pt x="301" y="1680"/>
                  </a:lnTo>
                  <a:lnTo>
                    <a:pt x="1705" y="276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775;p38">
              <a:extLst>
                <a:ext uri="{FF2B5EF4-FFF2-40B4-BE49-F238E27FC236}">
                  <a16:creationId xmlns:a16="http://schemas.microsoft.com/office/drawing/2014/main" id="{FF1150EE-C903-8FF6-9636-5AF2C0E1BE41}"/>
                </a:ext>
              </a:extLst>
            </p:cNvPr>
            <p:cNvSpPr/>
            <p:nvPr/>
          </p:nvSpPr>
          <p:spPr>
            <a:xfrm>
              <a:off x="7412840" y="3244826"/>
              <a:ext cx="185896" cy="183212"/>
            </a:xfrm>
            <a:custGeom>
              <a:avLst/>
              <a:gdLst/>
              <a:ahLst/>
              <a:cxnLst/>
              <a:rect l="l" t="t" r="r" b="b"/>
              <a:pathLst>
                <a:path w="1731" h="1706" extrusionOk="0">
                  <a:moveTo>
                    <a:pt x="302" y="1"/>
                  </a:moveTo>
                  <a:lnTo>
                    <a:pt x="1" y="302"/>
                  </a:lnTo>
                  <a:lnTo>
                    <a:pt x="1430" y="1705"/>
                  </a:lnTo>
                  <a:lnTo>
                    <a:pt x="1730" y="1404"/>
                  </a:lnTo>
                  <a:lnTo>
                    <a:pt x="3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776;p38">
              <a:extLst>
                <a:ext uri="{FF2B5EF4-FFF2-40B4-BE49-F238E27FC236}">
                  <a16:creationId xmlns:a16="http://schemas.microsoft.com/office/drawing/2014/main" id="{9A3EEBD6-62DF-9332-0642-64E7A503711C}"/>
                </a:ext>
              </a:extLst>
            </p:cNvPr>
            <p:cNvSpPr/>
            <p:nvPr/>
          </p:nvSpPr>
          <p:spPr>
            <a:xfrm>
              <a:off x="7415632" y="3244826"/>
              <a:ext cx="180419" cy="183212"/>
            </a:xfrm>
            <a:custGeom>
              <a:avLst/>
              <a:gdLst/>
              <a:ahLst/>
              <a:cxnLst/>
              <a:rect l="l" t="t" r="r" b="b"/>
              <a:pathLst>
                <a:path w="1680" h="1706" extrusionOk="0">
                  <a:moveTo>
                    <a:pt x="1404" y="1"/>
                  </a:moveTo>
                  <a:lnTo>
                    <a:pt x="0" y="1404"/>
                  </a:lnTo>
                  <a:lnTo>
                    <a:pt x="276" y="1705"/>
                  </a:lnTo>
                  <a:lnTo>
                    <a:pt x="1679" y="302"/>
                  </a:lnTo>
                  <a:lnTo>
                    <a:pt x="140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777;p38">
              <a:extLst>
                <a:ext uri="{FF2B5EF4-FFF2-40B4-BE49-F238E27FC236}">
                  <a16:creationId xmlns:a16="http://schemas.microsoft.com/office/drawing/2014/main" id="{AE3F493E-F7BF-A6B8-3518-AD47B8DEC8CF}"/>
                </a:ext>
              </a:extLst>
            </p:cNvPr>
            <p:cNvSpPr/>
            <p:nvPr/>
          </p:nvSpPr>
          <p:spPr>
            <a:xfrm>
              <a:off x="8357574" y="1594955"/>
              <a:ext cx="212745" cy="212745"/>
            </a:xfrm>
            <a:custGeom>
              <a:avLst/>
              <a:gdLst/>
              <a:ahLst/>
              <a:cxnLst/>
              <a:rect l="l" t="t" r="r" b="b"/>
              <a:pathLst>
                <a:path w="1981" h="1981" extrusionOk="0">
                  <a:moveTo>
                    <a:pt x="978" y="401"/>
                  </a:moveTo>
                  <a:cubicBezTo>
                    <a:pt x="1304" y="401"/>
                    <a:pt x="1580" y="677"/>
                    <a:pt x="1580" y="978"/>
                  </a:cubicBezTo>
                  <a:cubicBezTo>
                    <a:pt x="1580" y="1304"/>
                    <a:pt x="1304" y="1579"/>
                    <a:pt x="978" y="1579"/>
                  </a:cubicBezTo>
                  <a:cubicBezTo>
                    <a:pt x="678" y="1579"/>
                    <a:pt x="402" y="1304"/>
                    <a:pt x="402" y="978"/>
                  </a:cubicBezTo>
                  <a:cubicBezTo>
                    <a:pt x="402" y="677"/>
                    <a:pt x="678" y="401"/>
                    <a:pt x="978" y="401"/>
                  </a:cubicBezTo>
                  <a:close/>
                  <a:moveTo>
                    <a:pt x="978" y="0"/>
                  </a:moveTo>
                  <a:cubicBezTo>
                    <a:pt x="452" y="0"/>
                    <a:pt x="1" y="452"/>
                    <a:pt x="1" y="978"/>
                  </a:cubicBezTo>
                  <a:cubicBezTo>
                    <a:pt x="1" y="1529"/>
                    <a:pt x="452" y="1980"/>
                    <a:pt x="978" y="1980"/>
                  </a:cubicBezTo>
                  <a:cubicBezTo>
                    <a:pt x="1530" y="1980"/>
                    <a:pt x="1981" y="1529"/>
                    <a:pt x="1981" y="978"/>
                  </a:cubicBezTo>
                  <a:cubicBezTo>
                    <a:pt x="1981" y="452"/>
                    <a:pt x="1530" y="0"/>
                    <a:pt x="978" y="0"/>
                  </a:cubicBezTo>
                  <a:close/>
                </a:path>
              </a:pathLst>
            </a:custGeom>
            <a:solidFill>
              <a:srgbClr val="CB6E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778;p38">
              <a:extLst>
                <a:ext uri="{FF2B5EF4-FFF2-40B4-BE49-F238E27FC236}">
                  <a16:creationId xmlns:a16="http://schemas.microsoft.com/office/drawing/2014/main" id="{8C1CEA14-7A5F-6F6D-7463-DA974847ABCB}"/>
                </a:ext>
              </a:extLst>
            </p:cNvPr>
            <p:cNvSpPr/>
            <p:nvPr/>
          </p:nvSpPr>
          <p:spPr>
            <a:xfrm>
              <a:off x="6680744" y="2722684"/>
              <a:ext cx="1555903" cy="1246290"/>
            </a:xfrm>
            <a:custGeom>
              <a:avLst/>
              <a:gdLst/>
              <a:ahLst/>
              <a:cxnLst/>
              <a:rect l="l" t="t" r="r" b="b"/>
              <a:pathLst>
                <a:path w="14488" h="11605" extrusionOk="0">
                  <a:moveTo>
                    <a:pt x="4362" y="577"/>
                  </a:moveTo>
                  <a:lnTo>
                    <a:pt x="13911" y="5765"/>
                  </a:lnTo>
                  <a:cubicBezTo>
                    <a:pt x="11856" y="9124"/>
                    <a:pt x="8171" y="11204"/>
                    <a:pt x="4262" y="11204"/>
                  </a:cubicBezTo>
                  <a:cubicBezTo>
                    <a:pt x="2983" y="11204"/>
                    <a:pt x="1730" y="11003"/>
                    <a:pt x="527" y="10577"/>
                  </a:cubicBezTo>
                  <a:lnTo>
                    <a:pt x="4362" y="577"/>
                  </a:lnTo>
                  <a:close/>
                  <a:moveTo>
                    <a:pt x="4136" y="1"/>
                  </a:moveTo>
                  <a:lnTo>
                    <a:pt x="1" y="10828"/>
                  </a:lnTo>
                  <a:lnTo>
                    <a:pt x="201" y="10903"/>
                  </a:lnTo>
                  <a:cubicBezTo>
                    <a:pt x="1505" y="11379"/>
                    <a:pt x="2858" y="11605"/>
                    <a:pt x="4262" y="11605"/>
                  </a:cubicBezTo>
                  <a:cubicBezTo>
                    <a:pt x="8397" y="11605"/>
                    <a:pt x="12282" y="9374"/>
                    <a:pt x="14362" y="5790"/>
                  </a:cubicBezTo>
                  <a:lnTo>
                    <a:pt x="14487" y="5615"/>
                  </a:lnTo>
                  <a:lnTo>
                    <a:pt x="413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0" name="Google Shape;1779;p38">
              <a:extLst>
                <a:ext uri="{FF2B5EF4-FFF2-40B4-BE49-F238E27FC236}">
                  <a16:creationId xmlns:a16="http://schemas.microsoft.com/office/drawing/2014/main" id="{E76057BF-EDEA-1D2D-6C78-7B9169CBD053}"/>
                </a:ext>
              </a:extLst>
            </p:cNvPr>
            <p:cNvSpPr/>
            <p:nvPr/>
          </p:nvSpPr>
          <p:spPr>
            <a:xfrm>
              <a:off x="5353800" y="2297410"/>
              <a:ext cx="51334" cy="148202"/>
            </a:xfrm>
            <a:custGeom>
              <a:avLst/>
              <a:gdLst/>
              <a:ahLst/>
              <a:cxnLst/>
              <a:rect l="l" t="t" r="r" b="b"/>
              <a:pathLst>
                <a:path w="478" h="1380" extrusionOk="0">
                  <a:moveTo>
                    <a:pt x="126" y="1"/>
                  </a:moveTo>
                  <a:cubicBezTo>
                    <a:pt x="126" y="1"/>
                    <a:pt x="101" y="76"/>
                    <a:pt x="76" y="201"/>
                  </a:cubicBezTo>
                  <a:cubicBezTo>
                    <a:pt x="76" y="327"/>
                    <a:pt x="51" y="502"/>
                    <a:pt x="51" y="677"/>
                  </a:cubicBezTo>
                  <a:cubicBezTo>
                    <a:pt x="26" y="853"/>
                    <a:pt x="26" y="1028"/>
                    <a:pt x="26" y="1154"/>
                  </a:cubicBezTo>
                  <a:cubicBezTo>
                    <a:pt x="26" y="1279"/>
                    <a:pt x="1" y="1354"/>
                    <a:pt x="1" y="1354"/>
                  </a:cubicBezTo>
                  <a:lnTo>
                    <a:pt x="377" y="1379"/>
                  </a:lnTo>
                  <a:cubicBezTo>
                    <a:pt x="377" y="1379"/>
                    <a:pt x="377" y="1279"/>
                    <a:pt x="377" y="1154"/>
                  </a:cubicBezTo>
                  <a:cubicBezTo>
                    <a:pt x="377" y="1028"/>
                    <a:pt x="402" y="878"/>
                    <a:pt x="402" y="703"/>
                  </a:cubicBezTo>
                  <a:cubicBezTo>
                    <a:pt x="427" y="552"/>
                    <a:pt x="427" y="377"/>
                    <a:pt x="452" y="251"/>
                  </a:cubicBezTo>
                  <a:cubicBezTo>
                    <a:pt x="477" y="126"/>
                    <a:pt x="477" y="51"/>
                    <a:pt x="477" y="51"/>
                  </a:cubicBezTo>
                  <a:lnTo>
                    <a:pt x="12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1" name="Google Shape;1780;p38">
              <a:extLst>
                <a:ext uri="{FF2B5EF4-FFF2-40B4-BE49-F238E27FC236}">
                  <a16:creationId xmlns:a16="http://schemas.microsoft.com/office/drawing/2014/main" id="{38E54C98-C8CD-4470-83F2-1979E2C2F443}"/>
                </a:ext>
              </a:extLst>
            </p:cNvPr>
            <p:cNvSpPr/>
            <p:nvPr/>
          </p:nvSpPr>
          <p:spPr>
            <a:xfrm>
              <a:off x="5356485" y="2515416"/>
              <a:ext cx="48649" cy="145517"/>
            </a:xfrm>
            <a:custGeom>
              <a:avLst/>
              <a:gdLst/>
              <a:ahLst/>
              <a:cxnLst/>
              <a:rect l="l" t="t" r="r" b="b"/>
              <a:pathLst>
                <a:path w="453" h="1355" extrusionOk="0">
                  <a:moveTo>
                    <a:pt x="1" y="1"/>
                  </a:moveTo>
                  <a:cubicBezTo>
                    <a:pt x="1" y="1"/>
                    <a:pt x="1" y="352"/>
                    <a:pt x="26" y="678"/>
                  </a:cubicBezTo>
                  <a:cubicBezTo>
                    <a:pt x="51" y="1028"/>
                    <a:pt x="76" y="1354"/>
                    <a:pt x="76" y="1354"/>
                  </a:cubicBezTo>
                  <a:lnTo>
                    <a:pt x="452" y="1329"/>
                  </a:lnTo>
                  <a:cubicBezTo>
                    <a:pt x="452" y="1329"/>
                    <a:pt x="427" y="978"/>
                    <a:pt x="377" y="652"/>
                  </a:cubicBezTo>
                  <a:cubicBezTo>
                    <a:pt x="352" y="327"/>
                    <a:pt x="352" y="1"/>
                    <a:pt x="3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781;p38">
              <a:extLst>
                <a:ext uri="{FF2B5EF4-FFF2-40B4-BE49-F238E27FC236}">
                  <a16:creationId xmlns:a16="http://schemas.microsoft.com/office/drawing/2014/main" id="{93AE9ED9-EC71-BFBC-9271-82231B1D0CE2}"/>
                </a:ext>
              </a:extLst>
            </p:cNvPr>
            <p:cNvSpPr/>
            <p:nvPr/>
          </p:nvSpPr>
          <p:spPr>
            <a:xfrm>
              <a:off x="5375386" y="2725369"/>
              <a:ext cx="67335" cy="150886"/>
            </a:xfrm>
            <a:custGeom>
              <a:avLst/>
              <a:gdLst/>
              <a:ahLst/>
              <a:cxnLst/>
              <a:rect l="l" t="t" r="r" b="b"/>
              <a:pathLst>
                <a:path w="627" h="1405" extrusionOk="0">
                  <a:moveTo>
                    <a:pt x="351" y="1"/>
                  </a:moveTo>
                  <a:lnTo>
                    <a:pt x="0" y="76"/>
                  </a:lnTo>
                  <a:cubicBezTo>
                    <a:pt x="0" y="76"/>
                    <a:pt x="0" y="151"/>
                    <a:pt x="25" y="276"/>
                  </a:cubicBezTo>
                  <a:cubicBezTo>
                    <a:pt x="51" y="402"/>
                    <a:pt x="101" y="577"/>
                    <a:pt x="126" y="753"/>
                  </a:cubicBezTo>
                  <a:cubicBezTo>
                    <a:pt x="151" y="903"/>
                    <a:pt x="201" y="1078"/>
                    <a:pt x="226" y="1204"/>
                  </a:cubicBezTo>
                  <a:cubicBezTo>
                    <a:pt x="226" y="1329"/>
                    <a:pt x="276" y="1404"/>
                    <a:pt x="276" y="1404"/>
                  </a:cubicBezTo>
                  <a:lnTo>
                    <a:pt x="627" y="1329"/>
                  </a:lnTo>
                  <a:cubicBezTo>
                    <a:pt x="627" y="1329"/>
                    <a:pt x="602" y="1254"/>
                    <a:pt x="577" y="1129"/>
                  </a:cubicBezTo>
                  <a:cubicBezTo>
                    <a:pt x="552" y="1003"/>
                    <a:pt x="502" y="828"/>
                    <a:pt x="477" y="677"/>
                  </a:cubicBezTo>
                  <a:cubicBezTo>
                    <a:pt x="452" y="502"/>
                    <a:pt x="426" y="352"/>
                    <a:pt x="401" y="226"/>
                  </a:cubicBezTo>
                  <a:cubicBezTo>
                    <a:pt x="376" y="101"/>
                    <a:pt x="351" y="1"/>
                    <a:pt x="3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782;p38">
              <a:extLst>
                <a:ext uri="{FF2B5EF4-FFF2-40B4-BE49-F238E27FC236}">
                  <a16:creationId xmlns:a16="http://schemas.microsoft.com/office/drawing/2014/main" id="{DDE86DE6-8C7C-49C7-F527-5F802FB1AD68}"/>
                </a:ext>
              </a:extLst>
            </p:cNvPr>
            <p:cNvSpPr/>
            <p:nvPr/>
          </p:nvSpPr>
          <p:spPr>
            <a:xfrm>
              <a:off x="5423820" y="2935321"/>
              <a:ext cx="80867" cy="150886"/>
            </a:xfrm>
            <a:custGeom>
              <a:avLst/>
              <a:gdLst/>
              <a:ahLst/>
              <a:cxnLst/>
              <a:rect l="l" t="t" r="r" b="b"/>
              <a:pathLst>
                <a:path w="753" h="1405" extrusionOk="0">
                  <a:moveTo>
                    <a:pt x="351" y="1"/>
                  </a:moveTo>
                  <a:lnTo>
                    <a:pt x="1" y="101"/>
                  </a:lnTo>
                  <a:lnTo>
                    <a:pt x="427" y="1404"/>
                  </a:lnTo>
                  <a:lnTo>
                    <a:pt x="752" y="1254"/>
                  </a:lnTo>
                  <a:lnTo>
                    <a:pt x="3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783;p38">
              <a:extLst>
                <a:ext uri="{FF2B5EF4-FFF2-40B4-BE49-F238E27FC236}">
                  <a16:creationId xmlns:a16="http://schemas.microsoft.com/office/drawing/2014/main" id="{9439EB65-E3CB-1BFD-1E98-096BF9D64200}"/>
                </a:ext>
              </a:extLst>
            </p:cNvPr>
            <p:cNvSpPr/>
            <p:nvPr/>
          </p:nvSpPr>
          <p:spPr>
            <a:xfrm>
              <a:off x="5496525" y="3134534"/>
              <a:ext cx="99660" cy="148094"/>
            </a:xfrm>
            <a:custGeom>
              <a:avLst/>
              <a:gdLst/>
              <a:ahLst/>
              <a:cxnLst/>
              <a:rect l="l" t="t" r="r" b="b"/>
              <a:pathLst>
                <a:path w="928" h="1379" extrusionOk="0">
                  <a:moveTo>
                    <a:pt x="351" y="0"/>
                  </a:moveTo>
                  <a:lnTo>
                    <a:pt x="0" y="151"/>
                  </a:lnTo>
                  <a:cubicBezTo>
                    <a:pt x="0" y="151"/>
                    <a:pt x="50" y="226"/>
                    <a:pt x="100" y="351"/>
                  </a:cubicBezTo>
                  <a:cubicBezTo>
                    <a:pt x="151" y="451"/>
                    <a:pt x="201" y="627"/>
                    <a:pt x="301" y="777"/>
                  </a:cubicBezTo>
                  <a:cubicBezTo>
                    <a:pt x="451" y="1078"/>
                    <a:pt x="602" y="1379"/>
                    <a:pt x="602" y="1379"/>
                  </a:cubicBezTo>
                  <a:lnTo>
                    <a:pt x="928" y="1203"/>
                  </a:lnTo>
                  <a:lnTo>
                    <a:pt x="627" y="602"/>
                  </a:lnTo>
                  <a:cubicBezTo>
                    <a:pt x="527" y="477"/>
                    <a:pt x="476" y="301"/>
                    <a:pt x="426" y="201"/>
                  </a:cubicBezTo>
                  <a:cubicBezTo>
                    <a:pt x="376" y="75"/>
                    <a:pt x="351" y="0"/>
                    <a:pt x="3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784;p38">
              <a:extLst>
                <a:ext uri="{FF2B5EF4-FFF2-40B4-BE49-F238E27FC236}">
                  <a16:creationId xmlns:a16="http://schemas.microsoft.com/office/drawing/2014/main" id="{E2B2C700-5BF9-919B-26B3-B1AE6561BE5C}"/>
                </a:ext>
              </a:extLst>
            </p:cNvPr>
            <p:cNvSpPr/>
            <p:nvPr/>
          </p:nvSpPr>
          <p:spPr>
            <a:xfrm>
              <a:off x="5598763" y="3325585"/>
              <a:ext cx="113192" cy="140147"/>
            </a:xfrm>
            <a:custGeom>
              <a:avLst/>
              <a:gdLst/>
              <a:ahLst/>
              <a:cxnLst/>
              <a:rect l="l" t="t" r="r" b="b"/>
              <a:pathLst>
                <a:path w="1054" h="1305" extrusionOk="0">
                  <a:moveTo>
                    <a:pt x="301" y="1"/>
                  </a:moveTo>
                  <a:lnTo>
                    <a:pt x="1" y="176"/>
                  </a:lnTo>
                  <a:cubicBezTo>
                    <a:pt x="1" y="176"/>
                    <a:pt x="176" y="477"/>
                    <a:pt x="352" y="753"/>
                  </a:cubicBezTo>
                  <a:cubicBezTo>
                    <a:pt x="452" y="903"/>
                    <a:pt x="552" y="1028"/>
                    <a:pt x="627" y="1154"/>
                  </a:cubicBezTo>
                  <a:cubicBezTo>
                    <a:pt x="702" y="1254"/>
                    <a:pt x="753" y="1304"/>
                    <a:pt x="753" y="1304"/>
                  </a:cubicBezTo>
                  <a:lnTo>
                    <a:pt x="1053" y="1104"/>
                  </a:lnTo>
                  <a:cubicBezTo>
                    <a:pt x="1053" y="1104"/>
                    <a:pt x="1003" y="1028"/>
                    <a:pt x="903" y="928"/>
                  </a:cubicBezTo>
                  <a:cubicBezTo>
                    <a:pt x="853" y="828"/>
                    <a:pt x="753" y="677"/>
                    <a:pt x="652" y="552"/>
                  </a:cubicBezTo>
                  <a:cubicBezTo>
                    <a:pt x="477" y="276"/>
                    <a:pt x="301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785;p38">
              <a:extLst>
                <a:ext uri="{FF2B5EF4-FFF2-40B4-BE49-F238E27FC236}">
                  <a16:creationId xmlns:a16="http://schemas.microsoft.com/office/drawing/2014/main" id="{47307C0A-AB8F-EE75-ABD1-28ACEC5F0C6A}"/>
                </a:ext>
              </a:extLst>
            </p:cNvPr>
            <p:cNvSpPr/>
            <p:nvPr/>
          </p:nvSpPr>
          <p:spPr>
            <a:xfrm>
              <a:off x="5722587" y="3497843"/>
              <a:ext cx="126616" cy="134670"/>
            </a:xfrm>
            <a:custGeom>
              <a:avLst/>
              <a:gdLst/>
              <a:ahLst/>
              <a:cxnLst/>
              <a:rect l="l" t="t" r="r" b="b"/>
              <a:pathLst>
                <a:path w="1179" h="1254" extrusionOk="0">
                  <a:moveTo>
                    <a:pt x="301" y="1"/>
                  </a:moveTo>
                  <a:lnTo>
                    <a:pt x="1" y="226"/>
                  </a:lnTo>
                  <a:cubicBezTo>
                    <a:pt x="1" y="226"/>
                    <a:pt x="51" y="302"/>
                    <a:pt x="126" y="402"/>
                  </a:cubicBezTo>
                  <a:cubicBezTo>
                    <a:pt x="226" y="502"/>
                    <a:pt x="301" y="652"/>
                    <a:pt x="427" y="778"/>
                  </a:cubicBezTo>
                  <a:cubicBezTo>
                    <a:pt x="677" y="1003"/>
                    <a:pt x="903" y="1254"/>
                    <a:pt x="903" y="1254"/>
                  </a:cubicBezTo>
                  <a:lnTo>
                    <a:pt x="1178" y="1003"/>
                  </a:lnTo>
                  <a:lnTo>
                    <a:pt x="702" y="527"/>
                  </a:lnTo>
                  <a:cubicBezTo>
                    <a:pt x="602" y="402"/>
                    <a:pt x="502" y="276"/>
                    <a:pt x="427" y="176"/>
                  </a:cubicBezTo>
                  <a:cubicBezTo>
                    <a:pt x="351" y="76"/>
                    <a:pt x="301" y="1"/>
                    <a:pt x="3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786;p38">
              <a:extLst>
                <a:ext uri="{FF2B5EF4-FFF2-40B4-BE49-F238E27FC236}">
                  <a16:creationId xmlns:a16="http://schemas.microsoft.com/office/drawing/2014/main" id="{FB10B1F5-D208-B16C-A686-AFE166F72725}"/>
                </a:ext>
              </a:extLst>
            </p:cNvPr>
            <p:cNvSpPr/>
            <p:nvPr/>
          </p:nvSpPr>
          <p:spPr>
            <a:xfrm>
              <a:off x="5857150" y="2572012"/>
              <a:ext cx="632649" cy="102345"/>
            </a:xfrm>
            <a:custGeom>
              <a:avLst/>
              <a:gdLst/>
              <a:ahLst/>
              <a:cxnLst/>
              <a:rect l="l" t="t" r="r" b="b"/>
              <a:pathLst>
                <a:path w="5891" h="953" extrusionOk="0">
                  <a:moveTo>
                    <a:pt x="126" y="0"/>
                  </a:moveTo>
                  <a:lnTo>
                    <a:pt x="1" y="100"/>
                  </a:lnTo>
                  <a:lnTo>
                    <a:pt x="477" y="652"/>
                  </a:lnTo>
                  <a:cubicBezTo>
                    <a:pt x="583" y="784"/>
                    <a:pt x="737" y="847"/>
                    <a:pt x="893" y="847"/>
                  </a:cubicBezTo>
                  <a:cubicBezTo>
                    <a:pt x="1032" y="847"/>
                    <a:pt x="1172" y="797"/>
                    <a:pt x="1279" y="702"/>
                  </a:cubicBezTo>
                  <a:lnTo>
                    <a:pt x="1730" y="326"/>
                  </a:lnTo>
                  <a:cubicBezTo>
                    <a:pt x="1805" y="251"/>
                    <a:pt x="1905" y="226"/>
                    <a:pt x="2006" y="226"/>
                  </a:cubicBezTo>
                  <a:cubicBezTo>
                    <a:pt x="2106" y="226"/>
                    <a:pt x="2206" y="276"/>
                    <a:pt x="2281" y="376"/>
                  </a:cubicBezTo>
                  <a:lnTo>
                    <a:pt x="2582" y="727"/>
                  </a:lnTo>
                  <a:cubicBezTo>
                    <a:pt x="2682" y="852"/>
                    <a:pt x="2833" y="902"/>
                    <a:pt x="2983" y="928"/>
                  </a:cubicBezTo>
                  <a:cubicBezTo>
                    <a:pt x="3133" y="928"/>
                    <a:pt x="3284" y="877"/>
                    <a:pt x="3409" y="777"/>
                  </a:cubicBezTo>
                  <a:lnTo>
                    <a:pt x="3785" y="426"/>
                  </a:lnTo>
                  <a:cubicBezTo>
                    <a:pt x="3860" y="351"/>
                    <a:pt x="3986" y="326"/>
                    <a:pt x="4086" y="326"/>
                  </a:cubicBezTo>
                  <a:cubicBezTo>
                    <a:pt x="4186" y="351"/>
                    <a:pt x="4286" y="401"/>
                    <a:pt x="4362" y="476"/>
                  </a:cubicBezTo>
                  <a:lnTo>
                    <a:pt x="4562" y="727"/>
                  </a:lnTo>
                  <a:cubicBezTo>
                    <a:pt x="4662" y="852"/>
                    <a:pt x="4813" y="928"/>
                    <a:pt x="4988" y="953"/>
                  </a:cubicBezTo>
                  <a:cubicBezTo>
                    <a:pt x="5139" y="953"/>
                    <a:pt x="5314" y="877"/>
                    <a:pt x="5414" y="777"/>
                  </a:cubicBezTo>
                  <a:lnTo>
                    <a:pt x="5890" y="276"/>
                  </a:lnTo>
                  <a:lnTo>
                    <a:pt x="5765" y="151"/>
                  </a:lnTo>
                  <a:lnTo>
                    <a:pt x="5289" y="652"/>
                  </a:lnTo>
                  <a:cubicBezTo>
                    <a:pt x="5214" y="727"/>
                    <a:pt x="5113" y="777"/>
                    <a:pt x="4988" y="777"/>
                  </a:cubicBezTo>
                  <a:cubicBezTo>
                    <a:pt x="4863" y="777"/>
                    <a:pt x="4763" y="727"/>
                    <a:pt x="4687" y="627"/>
                  </a:cubicBezTo>
                  <a:lnTo>
                    <a:pt x="4487" y="376"/>
                  </a:lnTo>
                  <a:cubicBezTo>
                    <a:pt x="4412" y="251"/>
                    <a:pt x="4261" y="176"/>
                    <a:pt x="4111" y="151"/>
                  </a:cubicBezTo>
                  <a:cubicBezTo>
                    <a:pt x="3936" y="151"/>
                    <a:pt x="3785" y="201"/>
                    <a:pt x="3660" y="301"/>
                  </a:cubicBezTo>
                  <a:lnTo>
                    <a:pt x="3284" y="652"/>
                  </a:lnTo>
                  <a:cubicBezTo>
                    <a:pt x="3209" y="727"/>
                    <a:pt x="3108" y="752"/>
                    <a:pt x="3008" y="752"/>
                  </a:cubicBezTo>
                  <a:cubicBezTo>
                    <a:pt x="2883" y="752"/>
                    <a:pt x="2783" y="702"/>
                    <a:pt x="2732" y="627"/>
                  </a:cubicBezTo>
                  <a:lnTo>
                    <a:pt x="2407" y="251"/>
                  </a:lnTo>
                  <a:cubicBezTo>
                    <a:pt x="2306" y="125"/>
                    <a:pt x="2156" y="75"/>
                    <a:pt x="2006" y="50"/>
                  </a:cubicBezTo>
                  <a:cubicBezTo>
                    <a:pt x="1855" y="50"/>
                    <a:pt x="1730" y="100"/>
                    <a:pt x="1605" y="201"/>
                  </a:cubicBezTo>
                  <a:lnTo>
                    <a:pt x="1154" y="577"/>
                  </a:lnTo>
                  <a:cubicBezTo>
                    <a:pt x="1085" y="646"/>
                    <a:pt x="995" y="678"/>
                    <a:pt x="903" y="678"/>
                  </a:cubicBezTo>
                  <a:cubicBezTo>
                    <a:pt x="794" y="678"/>
                    <a:pt x="684" y="633"/>
                    <a:pt x="602" y="552"/>
                  </a:cubicBezTo>
                  <a:lnTo>
                    <a:pt x="126" y="0"/>
                  </a:lnTo>
                  <a:close/>
                </a:path>
              </a:pathLst>
            </a:custGeom>
            <a:solidFill>
              <a:srgbClr val="F9AB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787;p38">
              <a:extLst>
                <a:ext uri="{FF2B5EF4-FFF2-40B4-BE49-F238E27FC236}">
                  <a16:creationId xmlns:a16="http://schemas.microsoft.com/office/drawing/2014/main" id="{CF579C66-A316-4221-C8CC-F3567C3FC461}"/>
                </a:ext>
              </a:extLst>
            </p:cNvPr>
            <p:cNvSpPr/>
            <p:nvPr/>
          </p:nvSpPr>
          <p:spPr>
            <a:xfrm>
              <a:off x="6834208" y="2350569"/>
              <a:ext cx="594203" cy="440846"/>
            </a:xfrm>
            <a:custGeom>
              <a:avLst/>
              <a:gdLst/>
              <a:ahLst/>
              <a:cxnLst/>
              <a:rect l="l" t="t" r="r" b="b"/>
              <a:pathLst>
                <a:path w="5533" h="4105" extrusionOk="0">
                  <a:moveTo>
                    <a:pt x="967" y="0"/>
                  </a:moveTo>
                  <a:cubicBezTo>
                    <a:pt x="870" y="0"/>
                    <a:pt x="784" y="29"/>
                    <a:pt x="727" y="57"/>
                  </a:cubicBezTo>
                  <a:cubicBezTo>
                    <a:pt x="0" y="483"/>
                    <a:pt x="1103" y="3466"/>
                    <a:pt x="2507" y="4017"/>
                  </a:cubicBezTo>
                  <a:cubicBezTo>
                    <a:pt x="2667" y="4078"/>
                    <a:pt x="2830" y="4104"/>
                    <a:pt x="2993" y="4104"/>
                  </a:cubicBezTo>
                  <a:cubicBezTo>
                    <a:pt x="3904" y="4104"/>
                    <a:pt x="4804" y="3289"/>
                    <a:pt x="5038" y="3140"/>
                  </a:cubicBezTo>
                  <a:cubicBezTo>
                    <a:pt x="5532" y="2781"/>
                    <a:pt x="5523" y="2502"/>
                    <a:pt x="5354" y="2502"/>
                  </a:cubicBezTo>
                  <a:cubicBezTo>
                    <a:pt x="5334" y="2502"/>
                    <a:pt x="5312" y="2505"/>
                    <a:pt x="5289" y="2513"/>
                  </a:cubicBezTo>
                  <a:cubicBezTo>
                    <a:pt x="5038" y="2563"/>
                    <a:pt x="4963" y="2814"/>
                    <a:pt x="4587" y="2964"/>
                  </a:cubicBezTo>
                  <a:cubicBezTo>
                    <a:pt x="4352" y="3052"/>
                    <a:pt x="4074" y="3192"/>
                    <a:pt x="3719" y="3192"/>
                  </a:cubicBezTo>
                  <a:cubicBezTo>
                    <a:pt x="3467" y="3192"/>
                    <a:pt x="3175" y="3122"/>
                    <a:pt x="2833" y="2914"/>
                  </a:cubicBezTo>
                  <a:cubicBezTo>
                    <a:pt x="2031" y="2438"/>
                    <a:pt x="1805" y="959"/>
                    <a:pt x="1479" y="358"/>
                  </a:cubicBezTo>
                  <a:cubicBezTo>
                    <a:pt x="1323" y="77"/>
                    <a:pt x="1129" y="0"/>
                    <a:pt x="967" y="0"/>
                  </a:cubicBezTo>
                  <a:close/>
                </a:path>
              </a:pathLst>
            </a:custGeom>
            <a:solidFill>
              <a:srgbClr val="8050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788;p38">
              <a:extLst>
                <a:ext uri="{FF2B5EF4-FFF2-40B4-BE49-F238E27FC236}">
                  <a16:creationId xmlns:a16="http://schemas.microsoft.com/office/drawing/2014/main" id="{D8F1D229-DC16-F534-3BCE-DEF39A4060A9}"/>
                </a:ext>
              </a:extLst>
            </p:cNvPr>
            <p:cNvSpPr/>
            <p:nvPr/>
          </p:nvSpPr>
          <p:spPr>
            <a:xfrm>
              <a:off x="6454682" y="2328446"/>
              <a:ext cx="651443" cy="1721502"/>
            </a:xfrm>
            <a:custGeom>
              <a:avLst/>
              <a:gdLst/>
              <a:ahLst/>
              <a:cxnLst/>
              <a:rect l="l" t="t" r="r" b="b"/>
              <a:pathLst>
                <a:path w="6066" h="16030" extrusionOk="0">
                  <a:moveTo>
                    <a:pt x="3680" y="0"/>
                  </a:moveTo>
                  <a:cubicBezTo>
                    <a:pt x="3120" y="0"/>
                    <a:pt x="2544" y="129"/>
                    <a:pt x="2231" y="263"/>
                  </a:cubicBezTo>
                  <a:cubicBezTo>
                    <a:pt x="1504" y="539"/>
                    <a:pt x="301" y="1015"/>
                    <a:pt x="1153" y="2519"/>
                  </a:cubicBezTo>
                  <a:cubicBezTo>
                    <a:pt x="1755" y="3546"/>
                    <a:pt x="1655" y="4323"/>
                    <a:pt x="1580" y="5501"/>
                  </a:cubicBezTo>
                  <a:lnTo>
                    <a:pt x="1580" y="5602"/>
                  </a:lnTo>
                  <a:cubicBezTo>
                    <a:pt x="1204" y="8960"/>
                    <a:pt x="1028" y="10163"/>
                    <a:pt x="727" y="11441"/>
                  </a:cubicBezTo>
                  <a:cubicBezTo>
                    <a:pt x="402" y="12895"/>
                    <a:pt x="1" y="16003"/>
                    <a:pt x="652" y="16028"/>
                  </a:cubicBezTo>
                  <a:cubicBezTo>
                    <a:pt x="686" y="16029"/>
                    <a:pt x="719" y="16030"/>
                    <a:pt x="751" y="16030"/>
                  </a:cubicBezTo>
                  <a:cubicBezTo>
                    <a:pt x="1338" y="16030"/>
                    <a:pt x="1635" y="15821"/>
                    <a:pt x="1279" y="15702"/>
                  </a:cubicBezTo>
                  <a:cubicBezTo>
                    <a:pt x="903" y="15602"/>
                    <a:pt x="903" y="15551"/>
                    <a:pt x="903" y="15426"/>
                  </a:cubicBezTo>
                  <a:cubicBezTo>
                    <a:pt x="1078" y="13922"/>
                    <a:pt x="3209" y="11592"/>
                    <a:pt x="3384" y="9812"/>
                  </a:cubicBezTo>
                  <a:cubicBezTo>
                    <a:pt x="3434" y="9186"/>
                    <a:pt x="3484" y="8634"/>
                    <a:pt x="3509" y="8133"/>
                  </a:cubicBezTo>
                  <a:cubicBezTo>
                    <a:pt x="3760" y="9461"/>
                    <a:pt x="3585" y="10840"/>
                    <a:pt x="3610" y="11291"/>
                  </a:cubicBezTo>
                  <a:cubicBezTo>
                    <a:pt x="3660" y="12945"/>
                    <a:pt x="3986" y="16028"/>
                    <a:pt x="4687" y="16028"/>
                  </a:cubicBezTo>
                  <a:cubicBezTo>
                    <a:pt x="5464" y="16028"/>
                    <a:pt x="5815" y="15802"/>
                    <a:pt x="5339" y="15702"/>
                  </a:cubicBezTo>
                  <a:cubicBezTo>
                    <a:pt x="4913" y="15602"/>
                    <a:pt x="4938" y="15577"/>
                    <a:pt x="4938" y="15451"/>
                  </a:cubicBezTo>
                  <a:cubicBezTo>
                    <a:pt x="5038" y="13822"/>
                    <a:pt x="5765" y="10764"/>
                    <a:pt x="5915" y="8810"/>
                  </a:cubicBezTo>
                  <a:cubicBezTo>
                    <a:pt x="6066" y="6529"/>
                    <a:pt x="5063" y="4875"/>
                    <a:pt x="5038" y="4774"/>
                  </a:cubicBezTo>
                  <a:cubicBezTo>
                    <a:pt x="4462" y="3271"/>
                    <a:pt x="5339" y="1817"/>
                    <a:pt x="5164" y="840"/>
                  </a:cubicBezTo>
                  <a:cubicBezTo>
                    <a:pt x="5052" y="200"/>
                    <a:pt x="4378" y="0"/>
                    <a:pt x="3680" y="0"/>
                  </a:cubicBezTo>
                  <a:close/>
                </a:path>
              </a:pathLst>
            </a:custGeom>
            <a:solidFill>
              <a:srgbClr val="8050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789;p38">
              <a:extLst>
                <a:ext uri="{FF2B5EF4-FFF2-40B4-BE49-F238E27FC236}">
                  <a16:creationId xmlns:a16="http://schemas.microsoft.com/office/drawing/2014/main" id="{A35ABD2F-3FE5-A0F1-689F-864686A25C63}"/>
                </a:ext>
              </a:extLst>
            </p:cNvPr>
            <p:cNvSpPr/>
            <p:nvPr/>
          </p:nvSpPr>
          <p:spPr>
            <a:xfrm>
              <a:off x="6468107" y="2884202"/>
              <a:ext cx="635334" cy="1058031"/>
            </a:xfrm>
            <a:custGeom>
              <a:avLst/>
              <a:gdLst/>
              <a:ahLst/>
              <a:cxnLst/>
              <a:rect l="l" t="t" r="r" b="b"/>
              <a:pathLst>
                <a:path w="5916" h="9852" extrusionOk="0">
                  <a:moveTo>
                    <a:pt x="5089" y="0"/>
                  </a:moveTo>
                  <a:cubicBezTo>
                    <a:pt x="4388" y="523"/>
                    <a:pt x="3566" y="668"/>
                    <a:pt x="2851" y="668"/>
                  </a:cubicBezTo>
                  <a:cubicBezTo>
                    <a:pt x="2263" y="668"/>
                    <a:pt x="1746" y="570"/>
                    <a:pt x="1429" y="502"/>
                  </a:cubicBezTo>
                  <a:cubicBezTo>
                    <a:pt x="1254" y="2181"/>
                    <a:pt x="126" y="8547"/>
                    <a:pt x="1" y="9424"/>
                  </a:cubicBezTo>
                  <a:cubicBezTo>
                    <a:pt x="577" y="9625"/>
                    <a:pt x="753" y="9675"/>
                    <a:pt x="928" y="9675"/>
                  </a:cubicBezTo>
                  <a:cubicBezTo>
                    <a:pt x="3961" y="5214"/>
                    <a:pt x="3359" y="3459"/>
                    <a:pt x="3384" y="2958"/>
                  </a:cubicBezTo>
                  <a:lnTo>
                    <a:pt x="3384" y="2958"/>
                  </a:lnTo>
                  <a:cubicBezTo>
                    <a:pt x="3485" y="3534"/>
                    <a:pt x="3510" y="6843"/>
                    <a:pt x="3735" y="9675"/>
                  </a:cubicBezTo>
                  <a:cubicBezTo>
                    <a:pt x="3855" y="9750"/>
                    <a:pt x="4119" y="9852"/>
                    <a:pt x="4402" y="9852"/>
                  </a:cubicBezTo>
                  <a:cubicBezTo>
                    <a:pt x="4593" y="9852"/>
                    <a:pt x="4792" y="9806"/>
                    <a:pt x="4963" y="9675"/>
                  </a:cubicBezTo>
                  <a:cubicBezTo>
                    <a:pt x="4988" y="9499"/>
                    <a:pt x="5790" y="3785"/>
                    <a:pt x="5790" y="3635"/>
                  </a:cubicBezTo>
                  <a:cubicBezTo>
                    <a:pt x="5916" y="1955"/>
                    <a:pt x="5389" y="627"/>
                    <a:pt x="50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790;p38">
              <a:extLst>
                <a:ext uri="{FF2B5EF4-FFF2-40B4-BE49-F238E27FC236}">
                  <a16:creationId xmlns:a16="http://schemas.microsoft.com/office/drawing/2014/main" id="{2BF9A748-4226-559F-83B2-A69E1BA3B4D2}"/>
                </a:ext>
              </a:extLst>
            </p:cNvPr>
            <p:cNvSpPr/>
            <p:nvPr/>
          </p:nvSpPr>
          <p:spPr>
            <a:xfrm>
              <a:off x="6610831" y="2321680"/>
              <a:ext cx="495294" cy="734135"/>
            </a:xfrm>
            <a:custGeom>
              <a:avLst/>
              <a:gdLst/>
              <a:ahLst/>
              <a:cxnLst/>
              <a:rect l="l" t="t" r="r" b="b"/>
              <a:pathLst>
                <a:path w="4612" h="6836" extrusionOk="0">
                  <a:moveTo>
                    <a:pt x="2281" y="0"/>
                  </a:moveTo>
                  <a:cubicBezTo>
                    <a:pt x="3484" y="1329"/>
                    <a:pt x="3183" y="1880"/>
                    <a:pt x="2782" y="1955"/>
                  </a:cubicBezTo>
                  <a:cubicBezTo>
                    <a:pt x="2694" y="1974"/>
                    <a:pt x="2607" y="1983"/>
                    <a:pt x="2522" y="1983"/>
                  </a:cubicBezTo>
                  <a:cubicBezTo>
                    <a:pt x="1383" y="1983"/>
                    <a:pt x="602" y="376"/>
                    <a:pt x="602" y="376"/>
                  </a:cubicBezTo>
                  <a:lnTo>
                    <a:pt x="276" y="502"/>
                  </a:lnTo>
                  <a:cubicBezTo>
                    <a:pt x="276" y="502"/>
                    <a:pt x="953" y="1053"/>
                    <a:pt x="1053" y="2231"/>
                  </a:cubicBezTo>
                  <a:cubicBezTo>
                    <a:pt x="1178" y="3634"/>
                    <a:pt x="100" y="3634"/>
                    <a:pt x="100" y="3634"/>
                  </a:cubicBezTo>
                  <a:cubicBezTo>
                    <a:pt x="251" y="4411"/>
                    <a:pt x="0" y="6642"/>
                    <a:pt x="0" y="6642"/>
                  </a:cubicBezTo>
                  <a:cubicBezTo>
                    <a:pt x="456" y="6775"/>
                    <a:pt x="954" y="6836"/>
                    <a:pt x="1507" y="6836"/>
                  </a:cubicBezTo>
                  <a:cubicBezTo>
                    <a:pt x="1684" y="6836"/>
                    <a:pt x="1867" y="6830"/>
                    <a:pt x="2055" y="6817"/>
                  </a:cubicBezTo>
                  <a:cubicBezTo>
                    <a:pt x="3835" y="6642"/>
                    <a:pt x="4236" y="6316"/>
                    <a:pt x="4236" y="6316"/>
                  </a:cubicBezTo>
                  <a:cubicBezTo>
                    <a:pt x="4236" y="6316"/>
                    <a:pt x="4612" y="5414"/>
                    <a:pt x="4236" y="3484"/>
                  </a:cubicBezTo>
                  <a:cubicBezTo>
                    <a:pt x="3860" y="1529"/>
                    <a:pt x="2707" y="101"/>
                    <a:pt x="2707" y="101"/>
                  </a:cubicBezTo>
                  <a:lnTo>
                    <a:pt x="22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791;p38">
              <a:extLst>
                <a:ext uri="{FF2B5EF4-FFF2-40B4-BE49-F238E27FC236}">
                  <a16:creationId xmlns:a16="http://schemas.microsoft.com/office/drawing/2014/main" id="{1F599EC8-3F61-A401-5CE7-9783CDD047EC}"/>
                </a:ext>
              </a:extLst>
            </p:cNvPr>
            <p:cNvSpPr/>
            <p:nvPr/>
          </p:nvSpPr>
          <p:spPr>
            <a:xfrm>
              <a:off x="6689443" y="2243606"/>
              <a:ext cx="182889" cy="179345"/>
            </a:xfrm>
            <a:custGeom>
              <a:avLst/>
              <a:gdLst/>
              <a:ahLst/>
              <a:cxnLst/>
              <a:rect l="l" t="t" r="r" b="b"/>
              <a:pathLst>
                <a:path w="1703" h="1670" extrusionOk="0">
                  <a:moveTo>
                    <a:pt x="196" y="1"/>
                  </a:moveTo>
                  <a:cubicBezTo>
                    <a:pt x="196" y="1"/>
                    <a:pt x="622" y="552"/>
                    <a:pt x="271" y="953"/>
                  </a:cubicBezTo>
                  <a:cubicBezTo>
                    <a:pt x="0" y="1281"/>
                    <a:pt x="1055" y="1669"/>
                    <a:pt x="1495" y="1669"/>
                  </a:cubicBezTo>
                  <a:cubicBezTo>
                    <a:pt x="1626" y="1669"/>
                    <a:pt x="1703" y="1635"/>
                    <a:pt x="1674" y="1554"/>
                  </a:cubicBezTo>
                  <a:cubicBezTo>
                    <a:pt x="1524" y="1128"/>
                    <a:pt x="1223" y="903"/>
                    <a:pt x="1323" y="326"/>
                  </a:cubicBezTo>
                  <a:lnTo>
                    <a:pt x="196" y="1"/>
                  </a:lnTo>
                  <a:close/>
                </a:path>
              </a:pathLst>
            </a:custGeom>
            <a:solidFill>
              <a:srgbClr val="633C1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792;p38">
              <a:extLst>
                <a:ext uri="{FF2B5EF4-FFF2-40B4-BE49-F238E27FC236}">
                  <a16:creationId xmlns:a16="http://schemas.microsoft.com/office/drawing/2014/main" id="{A3F2EDC4-63FF-F021-12F3-07634422E172}"/>
                </a:ext>
              </a:extLst>
            </p:cNvPr>
            <p:cNvSpPr/>
            <p:nvPr/>
          </p:nvSpPr>
          <p:spPr>
            <a:xfrm>
              <a:off x="6656581" y="2089498"/>
              <a:ext cx="261179" cy="260534"/>
            </a:xfrm>
            <a:custGeom>
              <a:avLst/>
              <a:gdLst/>
              <a:ahLst/>
              <a:cxnLst/>
              <a:rect l="l" t="t" r="r" b="b"/>
              <a:pathLst>
                <a:path w="2432" h="2426" extrusionOk="0">
                  <a:moveTo>
                    <a:pt x="858" y="1"/>
                  </a:moveTo>
                  <a:cubicBezTo>
                    <a:pt x="499" y="1"/>
                    <a:pt x="234" y="346"/>
                    <a:pt x="176" y="558"/>
                  </a:cubicBezTo>
                  <a:cubicBezTo>
                    <a:pt x="0" y="1160"/>
                    <a:pt x="351" y="1661"/>
                    <a:pt x="602" y="1887"/>
                  </a:cubicBezTo>
                  <a:cubicBezTo>
                    <a:pt x="1009" y="2278"/>
                    <a:pt x="1470" y="2425"/>
                    <a:pt x="1784" y="2425"/>
                  </a:cubicBezTo>
                  <a:cubicBezTo>
                    <a:pt x="1952" y="2425"/>
                    <a:pt x="2078" y="2383"/>
                    <a:pt x="2131" y="2313"/>
                  </a:cubicBezTo>
                  <a:cubicBezTo>
                    <a:pt x="2431" y="1862"/>
                    <a:pt x="1680" y="383"/>
                    <a:pt x="1203" y="107"/>
                  </a:cubicBezTo>
                  <a:cubicBezTo>
                    <a:pt x="1082" y="32"/>
                    <a:pt x="966" y="1"/>
                    <a:pt x="858" y="1"/>
                  </a:cubicBezTo>
                  <a:close/>
                </a:path>
              </a:pathLst>
            </a:custGeom>
            <a:solidFill>
              <a:srgbClr val="8050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4" name="Google Shape;1793;p38">
              <a:extLst>
                <a:ext uri="{FF2B5EF4-FFF2-40B4-BE49-F238E27FC236}">
                  <a16:creationId xmlns:a16="http://schemas.microsoft.com/office/drawing/2014/main" id="{E276CD46-749B-E7D6-F429-E1A245B42F22}"/>
                </a:ext>
              </a:extLst>
            </p:cNvPr>
            <p:cNvSpPr/>
            <p:nvPr/>
          </p:nvSpPr>
          <p:spPr>
            <a:xfrm>
              <a:off x="6632310" y="2071563"/>
              <a:ext cx="215429" cy="243996"/>
            </a:xfrm>
            <a:custGeom>
              <a:avLst/>
              <a:gdLst/>
              <a:ahLst/>
              <a:cxnLst/>
              <a:rect l="l" t="t" r="r" b="b"/>
              <a:pathLst>
                <a:path w="2006" h="2272" extrusionOk="0">
                  <a:moveTo>
                    <a:pt x="1156" y="0"/>
                  </a:moveTo>
                  <a:cubicBezTo>
                    <a:pt x="713" y="0"/>
                    <a:pt x="260" y="305"/>
                    <a:pt x="151" y="801"/>
                  </a:cubicBezTo>
                  <a:cubicBezTo>
                    <a:pt x="1" y="1502"/>
                    <a:pt x="352" y="1828"/>
                    <a:pt x="402" y="1903"/>
                  </a:cubicBezTo>
                  <a:cubicBezTo>
                    <a:pt x="591" y="2121"/>
                    <a:pt x="864" y="2272"/>
                    <a:pt x="997" y="2272"/>
                  </a:cubicBezTo>
                  <a:cubicBezTo>
                    <a:pt x="1093" y="2272"/>
                    <a:pt x="1115" y="2193"/>
                    <a:pt x="978" y="2004"/>
                  </a:cubicBezTo>
                  <a:cubicBezTo>
                    <a:pt x="627" y="1552"/>
                    <a:pt x="1078" y="1552"/>
                    <a:pt x="803" y="1176"/>
                  </a:cubicBezTo>
                  <a:cubicBezTo>
                    <a:pt x="702" y="1026"/>
                    <a:pt x="828" y="1051"/>
                    <a:pt x="1404" y="826"/>
                  </a:cubicBezTo>
                  <a:cubicBezTo>
                    <a:pt x="1981" y="600"/>
                    <a:pt x="2006" y="550"/>
                    <a:pt x="1880" y="374"/>
                  </a:cubicBezTo>
                  <a:cubicBezTo>
                    <a:pt x="1699" y="116"/>
                    <a:pt x="1429" y="0"/>
                    <a:pt x="1156" y="0"/>
                  </a:cubicBezTo>
                  <a:close/>
                </a:path>
              </a:pathLst>
            </a:custGeom>
            <a:solidFill>
              <a:srgbClr val="171B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5" name="Google Shape;1794;p38">
              <a:extLst>
                <a:ext uri="{FF2B5EF4-FFF2-40B4-BE49-F238E27FC236}">
                  <a16:creationId xmlns:a16="http://schemas.microsoft.com/office/drawing/2014/main" id="{B615D8A1-4964-22CA-E0F9-33DE18848922}"/>
                </a:ext>
              </a:extLst>
            </p:cNvPr>
            <p:cNvSpPr/>
            <p:nvPr/>
          </p:nvSpPr>
          <p:spPr>
            <a:xfrm>
              <a:off x="6914968" y="4009246"/>
              <a:ext cx="166995" cy="45534"/>
            </a:xfrm>
            <a:custGeom>
              <a:avLst/>
              <a:gdLst/>
              <a:ahLst/>
              <a:cxnLst/>
              <a:rect l="l" t="t" r="r" b="b"/>
              <a:pathLst>
                <a:path w="1555" h="424" extrusionOk="0">
                  <a:moveTo>
                    <a:pt x="928" y="1"/>
                  </a:moveTo>
                  <a:cubicBezTo>
                    <a:pt x="811" y="84"/>
                    <a:pt x="669" y="112"/>
                    <a:pt x="531" y="112"/>
                  </a:cubicBezTo>
                  <a:cubicBezTo>
                    <a:pt x="257" y="112"/>
                    <a:pt x="0" y="1"/>
                    <a:pt x="0" y="1"/>
                  </a:cubicBezTo>
                  <a:lnTo>
                    <a:pt x="0" y="1"/>
                  </a:lnTo>
                  <a:cubicBezTo>
                    <a:pt x="0" y="319"/>
                    <a:pt x="230" y="423"/>
                    <a:pt x="503" y="423"/>
                  </a:cubicBezTo>
                  <a:cubicBezTo>
                    <a:pt x="724" y="423"/>
                    <a:pt x="974" y="355"/>
                    <a:pt x="1153" y="276"/>
                  </a:cubicBezTo>
                  <a:cubicBezTo>
                    <a:pt x="1554" y="101"/>
                    <a:pt x="928" y="1"/>
                    <a:pt x="9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795;p38">
              <a:extLst>
                <a:ext uri="{FF2B5EF4-FFF2-40B4-BE49-F238E27FC236}">
                  <a16:creationId xmlns:a16="http://schemas.microsoft.com/office/drawing/2014/main" id="{CE1FB4F7-4C03-8309-F741-55A24A35F738}"/>
                </a:ext>
              </a:extLst>
            </p:cNvPr>
            <p:cNvSpPr/>
            <p:nvPr/>
          </p:nvSpPr>
          <p:spPr>
            <a:xfrm>
              <a:off x="6493559" y="4014616"/>
              <a:ext cx="168499" cy="45534"/>
            </a:xfrm>
            <a:custGeom>
              <a:avLst/>
              <a:gdLst/>
              <a:ahLst/>
              <a:cxnLst/>
              <a:rect l="l" t="t" r="r" b="b"/>
              <a:pathLst>
                <a:path w="1569" h="424" extrusionOk="0">
                  <a:moveTo>
                    <a:pt x="917" y="1"/>
                  </a:moveTo>
                  <a:cubicBezTo>
                    <a:pt x="800" y="84"/>
                    <a:pt x="661" y="112"/>
                    <a:pt x="527" y="112"/>
                  </a:cubicBezTo>
                  <a:cubicBezTo>
                    <a:pt x="260" y="112"/>
                    <a:pt x="15" y="1"/>
                    <a:pt x="15" y="1"/>
                  </a:cubicBezTo>
                  <a:lnTo>
                    <a:pt x="15" y="1"/>
                  </a:lnTo>
                  <a:cubicBezTo>
                    <a:pt x="1" y="319"/>
                    <a:pt x="232" y="424"/>
                    <a:pt x="509" y="424"/>
                  </a:cubicBezTo>
                  <a:cubicBezTo>
                    <a:pt x="733" y="424"/>
                    <a:pt x="988" y="355"/>
                    <a:pt x="1167" y="277"/>
                  </a:cubicBezTo>
                  <a:cubicBezTo>
                    <a:pt x="1568" y="101"/>
                    <a:pt x="917" y="1"/>
                    <a:pt x="91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796;p38">
              <a:extLst>
                <a:ext uri="{FF2B5EF4-FFF2-40B4-BE49-F238E27FC236}">
                  <a16:creationId xmlns:a16="http://schemas.microsoft.com/office/drawing/2014/main" id="{F90C5767-CF29-6124-451A-34014565BB67}"/>
                </a:ext>
              </a:extLst>
            </p:cNvPr>
            <p:cNvSpPr/>
            <p:nvPr/>
          </p:nvSpPr>
          <p:spPr>
            <a:xfrm>
              <a:off x="6831523" y="3145273"/>
              <a:ext cx="40487" cy="301558"/>
            </a:xfrm>
            <a:custGeom>
              <a:avLst/>
              <a:gdLst/>
              <a:ahLst/>
              <a:cxnLst/>
              <a:rect l="l" t="t" r="r" b="b"/>
              <a:pathLst>
                <a:path w="377" h="2808" extrusionOk="0">
                  <a:moveTo>
                    <a:pt x="376" y="1"/>
                  </a:moveTo>
                  <a:lnTo>
                    <a:pt x="0" y="527"/>
                  </a:lnTo>
                  <a:lnTo>
                    <a:pt x="126" y="2808"/>
                  </a:lnTo>
                  <a:lnTo>
                    <a:pt x="37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797;p38">
              <a:extLst>
                <a:ext uri="{FF2B5EF4-FFF2-40B4-BE49-F238E27FC236}">
                  <a16:creationId xmlns:a16="http://schemas.microsoft.com/office/drawing/2014/main" id="{8B3205D5-27C2-E02A-3F11-D998606E36CA}"/>
                </a:ext>
              </a:extLst>
            </p:cNvPr>
            <p:cNvSpPr/>
            <p:nvPr/>
          </p:nvSpPr>
          <p:spPr>
            <a:xfrm>
              <a:off x="6618886" y="3096839"/>
              <a:ext cx="78182" cy="99660"/>
            </a:xfrm>
            <a:custGeom>
              <a:avLst/>
              <a:gdLst/>
              <a:ahLst/>
              <a:cxnLst/>
              <a:rect l="l" t="t" r="r" b="b"/>
              <a:pathLst>
                <a:path w="728" h="928" extrusionOk="0">
                  <a:moveTo>
                    <a:pt x="627" y="0"/>
                  </a:moveTo>
                  <a:lnTo>
                    <a:pt x="552" y="25"/>
                  </a:lnTo>
                  <a:cubicBezTo>
                    <a:pt x="552" y="25"/>
                    <a:pt x="652" y="351"/>
                    <a:pt x="477" y="602"/>
                  </a:cubicBezTo>
                  <a:cubicBezTo>
                    <a:pt x="401" y="727"/>
                    <a:pt x="226" y="828"/>
                    <a:pt x="0" y="853"/>
                  </a:cubicBezTo>
                  <a:lnTo>
                    <a:pt x="0" y="928"/>
                  </a:lnTo>
                  <a:cubicBezTo>
                    <a:pt x="251" y="903"/>
                    <a:pt x="426" y="802"/>
                    <a:pt x="552" y="627"/>
                  </a:cubicBezTo>
                  <a:cubicBezTo>
                    <a:pt x="727" y="351"/>
                    <a:pt x="627" y="25"/>
                    <a:pt x="6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798;p38">
              <a:extLst>
                <a:ext uri="{FF2B5EF4-FFF2-40B4-BE49-F238E27FC236}">
                  <a16:creationId xmlns:a16="http://schemas.microsoft.com/office/drawing/2014/main" id="{E4D63D33-F53D-15F7-FE37-B0371B2E51F7}"/>
                </a:ext>
              </a:extLst>
            </p:cNvPr>
            <p:cNvSpPr/>
            <p:nvPr/>
          </p:nvSpPr>
          <p:spPr>
            <a:xfrm>
              <a:off x="6974141" y="3061829"/>
              <a:ext cx="78182" cy="99660"/>
            </a:xfrm>
            <a:custGeom>
              <a:avLst/>
              <a:gdLst/>
              <a:ahLst/>
              <a:cxnLst/>
              <a:rect l="l" t="t" r="r" b="b"/>
              <a:pathLst>
                <a:path w="728" h="928" extrusionOk="0">
                  <a:moveTo>
                    <a:pt x="101" y="1"/>
                  </a:moveTo>
                  <a:cubicBezTo>
                    <a:pt x="101" y="26"/>
                    <a:pt x="1" y="377"/>
                    <a:pt x="176" y="627"/>
                  </a:cubicBezTo>
                  <a:cubicBezTo>
                    <a:pt x="276" y="803"/>
                    <a:pt x="452" y="903"/>
                    <a:pt x="728" y="928"/>
                  </a:cubicBezTo>
                  <a:lnTo>
                    <a:pt x="728" y="853"/>
                  </a:lnTo>
                  <a:cubicBezTo>
                    <a:pt x="502" y="828"/>
                    <a:pt x="327" y="752"/>
                    <a:pt x="226" y="602"/>
                  </a:cubicBezTo>
                  <a:cubicBezTo>
                    <a:pt x="76" y="351"/>
                    <a:pt x="151" y="26"/>
                    <a:pt x="151" y="26"/>
                  </a:cubicBezTo>
                  <a:lnTo>
                    <a:pt x="1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0" name="Google Shape;1799;p38">
              <a:extLst>
                <a:ext uri="{FF2B5EF4-FFF2-40B4-BE49-F238E27FC236}">
                  <a16:creationId xmlns:a16="http://schemas.microsoft.com/office/drawing/2014/main" id="{A0F29FE9-ACC2-2285-3DEE-69BDF8DAA28E}"/>
                </a:ext>
              </a:extLst>
            </p:cNvPr>
            <p:cNvSpPr/>
            <p:nvPr/>
          </p:nvSpPr>
          <p:spPr>
            <a:xfrm>
              <a:off x="6874588" y="2598860"/>
              <a:ext cx="328514" cy="247754"/>
            </a:xfrm>
            <a:custGeom>
              <a:avLst/>
              <a:gdLst/>
              <a:ahLst/>
              <a:cxnLst/>
              <a:rect l="l" t="t" r="r" b="b"/>
              <a:pathLst>
                <a:path w="3059" h="2307" extrusionOk="0">
                  <a:moveTo>
                    <a:pt x="3058" y="1"/>
                  </a:moveTo>
                  <a:lnTo>
                    <a:pt x="0" y="1154"/>
                  </a:lnTo>
                  <a:lnTo>
                    <a:pt x="1680" y="2307"/>
                  </a:lnTo>
                  <a:lnTo>
                    <a:pt x="305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1" name="Google Shape;1800;p38">
              <a:extLst>
                <a:ext uri="{FF2B5EF4-FFF2-40B4-BE49-F238E27FC236}">
                  <a16:creationId xmlns:a16="http://schemas.microsoft.com/office/drawing/2014/main" id="{FEA7F261-BFB5-BCEC-194F-7D7A32A882E4}"/>
                </a:ext>
              </a:extLst>
            </p:cNvPr>
            <p:cNvSpPr/>
            <p:nvPr/>
          </p:nvSpPr>
          <p:spPr>
            <a:xfrm>
              <a:off x="7054900" y="2499308"/>
              <a:ext cx="414642" cy="347307"/>
            </a:xfrm>
            <a:custGeom>
              <a:avLst/>
              <a:gdLst/>
              <a:ahLst/>
              <a:cxnLst/>
              <a:rect l="l" t="t" r="r" b="b"/>
              <a:pathLst>
                <a:path w="3861" h="3234" extrusionOk="0">
                  <a:moveTo>
                    <a:pt x="3860" y="0"/>
                  </a:moveTo>
                  <a:lnTo>
                    <a:pt x="978" y="878"/>
                  </a:lnTo>
                  <a:lnTo>
                    <a:pt x="1" y="3234"/>
                  </a:lnTo>
                  <a:lnTo>
                    <a:pt x="2983" y="2206"/>
                  </a:lnTo>
                  <a:lnTo>
                    <a:pt x="386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801;p38">
              <a:extLst>
                <a:ext uri="{FF2B5EF4-FFF2-40B4-BE49-F238E27FC236}">
                  <a16:creationId xmlns:a16="http://schemas.microsoft.com/office/drawing/2014/main" id="{FE6C3088-7852-9D0C-47A9-2CC0D5D8D3C0}"/>
                </a:ext>
              </a:extLst>
            </p:cNvPr>
            <p:cNvSpPr/>
            <p:nvPr/>
          </p:nvSpPr>
          <p:spPr>
            <a:xfrm>
              <a:off x="6489693" y="2423596"/>
              <a:ext cx="675714" cy="441168"/>
            </a:xfrm>
            <a:custGeom>
              <a:avLst/>
              <a:gdLst/>
              <a:ahLst/>
              <a:cxnLst/>
              <a:rect l="l" t="t" r="r" b="b"/>
              <a:pathLst>
                <a:path w="6292" h="4108" extrusionOk="0">
                  <a:moveTo>
                    <a:pt x="1134" y="1"/>
                  </a:moveTo>
                  <a:cubicBezTo>
                    <a:pt x="905" y="1"/>
                    <a:pt x="752" y="154"/>
                    <a:pt x="752" y="154"/>
                  </a:cubicBezTo>
                  <a:cubicBezTo>
                    <a:pt x="0" y="680"/>
                    <a:pt x="1529" y="3638"/>
                    <a:pt x="3083" y="4064"/>
                  </a:cubicBezTo>
                  <a:cubicBezTo>
                    <a:pt x="3204" y="4094"/>
                    <a:pt x="3326" y="4108"/>
                    <a:pt x="3446" y="4108"/>
                  </a:cubicBezTo>
                  <a:cubicBezTo>
                    <a:pt x="4520" y="4108"/>
                    <a:pt x="5519" y="3014"/>
                    <a:pt x="5790" y="2811"/>
                  </a:cubicBezTo>
                  <a:cubicBezTo>
                    <a:pt x="6292" y="2374"/>
                    <a:pt x="6281" y="2090"/>
                    <a:pt x="6087" y="2090"/>
                  </a:cubicBezTo>
                  <a:cubicBezTo>
                    <a:pt x="6059" y="2090"/>
                    <a:pt x="6026" y="2096"/>
                    <a:pt x="5990" y="2109"/>
                  </a:cubicBezTo>
                  <a:cubicBezTo>
                    <a:pt x="5740" y="2184"/>
                    <a:pt x="5690" y="2460"/>
                    <a:pt x="5264" y="2685"/>
                  </a:cubicBezTo>
                  <a:cubicBezTo>
                    <a:pt x="4996" y="2819"/>
                    <a:pt x="4651" y="3042"/>
                    <a:pt x="4183" y="3042"/>
                  </a:cubicBezTo>
                  <a:cubicBezTo>
                    <a:pt x="3949" y="3042"/>
                    <a:pt x="3685" y="2986"/>
                    <a:pt x="3384" y="2836"/>
                  </a:cubicBezTo>
                  <a:cubicBezTo>
                    <a:pt x="2457" y="2410"/>
                    <a:pt x="2131" y="680"/>
                    <a:pt x="1579" y="204"/>
                  </a:cubicBezTo>
                  <a:cubicBezTo>
                    <a:pt x="1416" y="50"/>
                    <a:pt x="1263" y="1"/>
                    <a:pt x="1134" y="1"/>
                  </a:cubicBezTo>
                  <a:close/>
                </a:path>
              </a:pathLst>
            </a:custGeom>
            <a:solidFill>
              <a:srgbClr val="80501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639" name="Picture 1638" descr="A graph showing a line of sales&#10;&#10;AI-generated content may be incorrect.">
            <a:extLst>
              <a:ext uri="{FF2B5EF4-FFF2-40B4-BE49-F238E27FC236}">
                <a16:creationId xmlns:a16="http://schemas.microsoft.com/office/drawing/2014/main" id="{3D930DA9-1810-5B37-F9E2-9DE32A3A9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277" y="2068664"/>
            <a:ext cx="3907692" cy="2843506"/>
          </a:xfrm>
          <a:prstGeom prst="rect">
            <a:avLst/>
          </a:prstGeom>
        </p:spPr>
      </p:pic>
      <p:sp>
        <p:nvSpPr>
          <p:cNvPr id="1642" name="Google Shape;1485;p34">
            <a:extLst>
              <a:ext uri="{FF2B5EF4-FFF2-40B4-BE49-F238E27FC236}">
                <a16:creationId xmlns:a16="http://schemas.microsoft.com/office/drawing/2014/main" id="{DCC7AD08-0AD3-3BC6-4E92-71A409EF4AB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9277" y="1579764"/>
            <a:ext cx="2303586" cy="4117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n-US" sz="1400" b="1" dirty="0"/>
              <a:t>Visual:</a:t>
            </a:r>
            <a:r>
              <a:rPr lang="en-US" sz="1400" dirty="0"/>
              <a:t> Time Series Plot:</a:t>
            </a:r>
          </a:p>
          <a:p>
            <a:pPr algn="l"/>
            <a:endParaRPr sz="1200" dirty="0"/>
          </a:p>
        </p:txBody>
      </p:sp>
      <p:sp>
        <p:nvSpPr>
          <p:cNvPr id="1643" name="Google Shape;1485;p34">
            <a:extLst>
              <a:ext uri="{FF2B5EF4-FFF2-40B4-BE49-F238E27FC236}">
                <a16:creationId xmlns:a16="http://schemas.microsoft.com/office/drawing/2014/main" id="{F568B4B6-E23F-0032-88EC-0C54277DAD53}"/>
              </a:ext>
            </a:extLst>
          </p:cNvPr>
          <p:cNvSpPr txBox="1">
            <a:spLocks/>
          </p:cNvSpPr>
          <p:nvPr/>
        </p:nvSpPr>
        <p:spPr>
          <a:xfrm>
            <a:off x="4713456" y="1991497"/>
            <a:ext cx="4005965" cy="265572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algn="l"/>
            <a:r>
              <a:rPr lang="en-US" sz="1400" b="1" dirty="0"/>
              <a:t>Key Insights:</a:t>
            </a:r>
          </a:p>
          <a:p>
            <a:pPr algn="l"/>
            <a:endParaRPr lang="en-US" sz="1400" b="1" dirty="0"/>
          </a:p>
          <a:p>
            <a:pPr algn="l"/>
            <a:r>
              <a:rPr lang="en-US" sz="1400" dirty="0"/>
              <a:t>The plot shows the overall trend and</a:t>
            </a:r>
          </a:p>
          <a:p>
            <a:pPr algn="l"/>
            <a:r>
              <a:rPr lang="en-US" sz="1400" dirty="0"/>
              <a:t>potential variability in sales.</a:t>
            </a:r>
          </a:p>
          <a:p>
            <a:pPr algn="l"/>
            <a:endParaRPr lang="en-US" sz="1400" dirty="0"/>
          </a:p>
          <a:p>
            <a:pPr algn="l"/>
            <a:r>
              <a:rPr lang="en-US" sz="1400" dirty="0"/>
              <a:t>We can observe if there is an upward,</a:t>
            </a:r>
          </a:p>
          <a:p>
            <a:pPr algn="l"/>
            <a:r>
              <a:rPr lang="en-US" sz="1400" dirty="0"/>
              <a:t>downward, or stable trend.</a:t>
            </a:r>
          </a:p>
          <a:p>
            <a:pPr algn="l"/>
            <a:endParaRPr lang="en-US" sz="1400" dirty="0"/>
          </a:p>
          <a:p>
            <a:pPr algn="l"/>
            <a:r>
              <a:rPr lang="en-US" sz="1400" dirty="0"/>
              <a:t>Initial check for obvious seasonality or</a:t>
            </a:r>
          </a:p>
          <a:p>
            <a:pPr algn="l"/>
            <a:r>
              <a:rPr lang="en-US" sz="1400" dirty="0"/>
              <a:t>outliers.</a:t>
            </a:r>
          </a:p>
          <a:p>
            <a:pPr algn="l"/>
            <a:endParaRPr lang="en-US" sz="1400" dirty="0"/>
          </a:p>
          <a:p>
            <a:pPr algn="l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640748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>
          <a:extLst>
            <a:ext uri="{FF2B5EF4-FFF2-40B4-BE49-F238E27FC236}">
              <a16:creationId xmlns:a16="http://schemas.microsoft.com/office/drawing/2014/main" id="{FEB22673-3579-D326-0663-1CE262231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597;p36">
            <a:extLst>
              <a:ext uri="{FF2B5EF4-FFF2-40B4-BE49-F238E27FC236}">
                <a16:creationId xmlns:a16="http://schemas.microsoft.com/office/drawing/2014/main" id="{8AF204F5-47D1-70B8-257F-F54BA868FD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006" y="619929"/>
            <a:ext cx="825150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sz="2800" dirty="0"/>
              <a:t>Data Exploration - Visual Insights no.2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endParaRPr lang="en-US" sz="2800" dirty="0"/>
          </a:p>
        </p:txBody>
      </p:sp>
      <p:sp>
        <p:nvSpPr>
          <p:cNvPr id="1642" name="Google Shape;1485;p34">
            <a:extLst>
              <a:ext uri="{FF2B5EF4-FFF2-40B4-BE49-F238E27FC236}">
                <a16:creationId xmlns:a16="http://schemas.microsoft.com/office/drawing/2014/main" id="{C2CE0BC4-D456-38D2-0719-F730A1BD35F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9276" y="1579764"/>
            <a:ext cx="4005965" cy="4117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n-US" b="1" dirty="0"/>
              <a:t>Visual:</a:t>
            </a:r>
            <a:r>
              <a:rPr lang="en-US" dirty="0"/>
              <a:t> Autocorrelation Function (ACF) Plot</a:t>
            </a:r>
            <a:endParaRPr sz="1200" dirty="0"/>
          </a:p>
        </p:txBody>
      </p:sp>
      <p:sp>
        <p:nvSpPr>
          <p:cNvPr id="1643" name="Google Shape;1485;p34">
            <a:extLst>
              <a:ext uri="{FF2B5EF4-FFF2-40B4-BE49-F238E27FC236}">
                <a16:creationId xmlns:a16="http://schemas.microsoft.com/office/drawing/2014/main" id="{6D0F39B1-9A57-697A-4B99-B01EE2CE30D3}"/>
              </a:ext>
            </a:extLst>
          </p:cNvPr>
          <p:cNvSpPr txBox="1">
            <a:spLocks/>
          </p:cNvSpPr>
          <p:nvPr/>
        </p:nvSpPr>
        <p:spPr>
          <a:xfrm>
            <a:off x="4725178" y="1991497"/>
            <a:ext cx="3820945" cy="241638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algn="l"/>
            <a:r>
              <a:rPr lang="en-US" sz="1400" b="1" dirty="0"/>
              <a:t>Key Insights:</a:t>
            </a:r>
          </a:p>
          <a:p>
            <a:pPr algn="l"/>
            <a:endParaRPr lang="en-US" sz="1400" dirty="0"/>
          </a:p>
          <a:p>
            <a:pPr algn="l"/>
            <a:r>
              <a:rPr lang="en-US" sz="1400" dirty="0"/>
              <a:t>The ACF plot reveals how sales in one month</a:t>
            </a:r>
          </a:p>
          <a:p>
            <a:pPr algn="l"/>
            <a:r>
              <a:rPr lang="en-US" sz="1400" dirty="0"/>
              <a:t>are correlated with sales in previous months.</a:t>
            </a:r>
          </a:p>
          <a:p>
            <a:pPr algn="l"/>
            <a:endParaRPr lang="en-US" sz="1400" dirty="0"/>
          </a:p>
          <a:p>
            <a:pPr marL="139700" indent="0" algn="l"/>
            <a:r>
              <a:rPr lang="en-US" sz="1400" dirty="0"/>
              <a:t>Significant spikes at specific lags would suggest strong seasonal patterns.</a:t>
            </a:r>
          </a:p>
          <a:p>
            <a:pPr algn="l"/>
            <a:endParaRPr lang="en-US" sz="1400" dirty="0"/>
          </a:p>
          <a:p>
            <a:pPr algn="l"/>
            <a:r>
              <a:rPr lang="en-US" sz="1400" dirty="0"/>
              <a:t>A slow-decaying ACF suggests a strong trend.</a:t>
            </a:r>
          </a:p>
          <a:p>
            <a:pPr algn="l"/>
            <a:endParaRPr lang="en-US" sz="1400" dirty="0"/>
          </a:p>
          <a:p>
            <a:pPr algn="l"/>
            <a:endParaRPr lang="en-US" sz="1200" dirty="0"/>
          </a:p>
        </p:txBody>
      </p:sp>
      <p:pic>
        <p:nvPicPr>
          <p:cNvPr id="3" name="Picture 2" descr="A graph with lines and text&#10;&#10;AI-generated content may be incorrect.">
            <a:extLst>
              <a:ext uri="{FF2B5EF4-FFF2-40B4-BE49-F238E27FC236}">
                <a16:creationId xmlns:a16="http://schemas.microsoft.com/office/drawing/2014/main" id="{C36B8545-A116-F851-2E27-52BDE74EF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276" y="2092569"/>
            <a:ext cx="4005965" cy="2915016"/>
          </a:xfrm>
          <a:prstGeom prst="rect">
            <a:avLst/>
          </a:prstGeom>
        </p:spPr>
      </p:pic>
      <p:grpSp>
        <p:nvGrpSpPr>
          <p:cNvPr id="4" name="Google Shape;1811;p39">
            <a:extLst>
              <a:ext uri="{FF2B5EF4-FFF2-40B4-BE49-F238E27FC236}">
                <a16:creationId xmlns:a16="http://schemas.microsoft.com/office/drawing/2014/main" id="{4A4494EA-75B8-DF7A-BE14-446D5B910CC2}"/>
              </a:ext>
            </a:extLst>
          </p:cNvPr>
          <p:cNvGrpSpPr/>
          <p:nvPr/>
        </p:nvGrpSpPr>
        <p:grpSpPr>
          <a:xfrm>
            <a:off x="6811483" y="375138"/>
            <a:ext cx="1658440" cy="969601"/>
            <a:chOff x="2118789" y="1774987"/>
            <a:chExt cx="1371224" cy="724810"/>
          </a:xfrm>
        </p:grpSpPr>
        <p:sp>
          <p:nvSpPr>
            <p:cNvPr id="5" name="Google Shape;1812;p39">
              <a:extLst>
                <a:ext uri="{FF2B5EF4-FFF2-40B4-BE49-F238E27FC236}">
                  <a16:creationId xmlns:a16="http://schemas.microsoft.com/office/drawing/2014/main" id="{717E51CB-AFDA-33FB-4AB3-2ECFFAFE084C}"/>
                </a:ext>
              </a:extLst>
            </p:cNvPr>
            <p:cNvSpPr/>
            <p:nvPr/>
          </p:nvSpPr>
          <p:spPr>
            <a:xfrm>
              <a:off x="2138370" y="2213168"/>
              <a:ext cx="184573" cy="286629"/>
            </a:xfrm>
            <a:custGeom>
              <a:avLst/>
              <a:gdLst/>
              <a:ahLst/>
              <a:cxnLst/>
              <a:rect l="l" t="t" r="r" b="b"/>
              <a:pathLst>
                <a:path w="4487" h="6968" extrusionOk="0">
                  <a:moveTo>
                    <a:pt x="1" y="0"/>
                  </a:moveTo>
                  <a:lnTo>
                    <a:pt x="1" y="6968"/>
                  </a:lnTo>
                  <a:lnTo>
                    <a:pt x="4487" y="6968"/>
                  </a:lnTo>
                  <a:lnTo>
                    <a:pt x="448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813;p39">
              <a:extLst>
                <a:ext uri="{FF2B5EF4-FFF2-40B4-BE49-F238E27FC236}">
                  <a16:creationId xmlns:a16="http://schemas.microsoft.com/office/drawing/2014/main" id="{7878A3E1-9203-2CB3-48D7-E7E128FA6C49}"/>
                </a:ext>
              </a:extLst>
            </p:cNvPr>
            <p:cNvSpPr/>
            <p:nvPr/>
          </p:nvSpPr>
          <p:spPr>
            <a:xfrm>
              <a:off x="2368279" y="2123450"/>
              <a:ext cx="184573" cy="376344"/>
            </a:xfrm>
            <a:custGeom>
              <a:avLst/>
              <a:gdLst/>
              <a:ahLst/>
              <a:cxnLst/>
              <a:rect l="l" t="t" r="r" b="b"/>
              <a:pathLst>
                <a:path w="4487" h="9149" extrusionOk="0">
                  <a:moveTo>
                    <a:pt x="1" y="1"/>
                  </a:moveTo>
                  <a:lnTo>
                    <a:pt x="1" y="9149"/>
                  </a:lnTo>
                  <a:lnTo>
                    <a:pt x="4487" y="9149"/>
                  </a:lnTo>
                  <a:lnTo>
                    <a:pt x="44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814;p39">
              <a:extLst>
                <a:ext uri="{FF2B5EF4-FFF2-40B4-BE49-F238E27FC236}">
                  <a16:creationId xmlns:a16="http://schemas.microsoft.com/office/drawing/2014/main" id="{A4500DCB-1F4D-F42E-3D14-11368E97BE53}"/>
                </a:ext>
              </a:extLst>
            </p:cNvPr>
            <p:cNvSpPr/>
            <p:nvPr/>
          </p:nvSpPr>
          <p:spPr>
            <a:xfrm>
              <a:off x="2594075" y="2034802"/>
              <a:ext cx="184573" cy="464990"/>
            </a:xfrm>
            <a:custGeom>
              <a:avLst/>
              <a:gdLst/>
              <a:ahLst/>
              <a:cxnLst/>
              <a:rect l="l" t="t" r="r" b="b"/>
              <a:pathLst>
                <a:path w="4487" h="11304" extrusionOk="0">
                  <a:moveTo>
                    <a:pt x="0" y="0"/>
                  </a:moveTo>
                  <a:lnTo>
                    <a:pt x="0" y="11304"/>
                  </a:lnTo>
                  <a:lnTo>
                    <a:pt x="4487" y="11304"/>
                  </a:lnTo>
                  <a:lnTo>
                    <a:pt x="4487" y="0"/>
                  </a:lnTo>
                  <a:close/>
                </a:path>
              </a:pathLst>
            </a:custGeom>
            <a:solidFill>
              <a:srgbClr val="6186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815;p39">
              <a:extLst>
                <a:ext uri="{FF2B5EF4-FFF2-40B4-BE49-F238E27FC236}">
                  <a16:creationId xmlns:a16="http://schemas.microsoft.com/office/drawing/2014/main" id="{2139B076-781F-F70F-1C41-E546825121A6}"/>
                </a:ext>
              </a:extLst>
            </p:cNvPr>
            <p:cNvSpPr/>
            <p:nvPr/>
          </p:nvSpPr>
          <p:spPr>
            <a:xfrm>
              <a:off x="2830154" y="1904895"/>
              <a:ext cx="184573" cy="594894"/>
            </a:xfrm>
            <a:custGeom>
              <a:avLst/>
              <a:gdLst/>
              <a:ahLst/>
              <a:cxnLst/>
              <a:rect l="l" t="t" r="r" b="b"/>
              <a:pathLst>
                <a:path w="4487" h="14462" extrusionOk="0">
                  <a:moveTo>
                    <a:pt x="1" y="0"/>
                  </a:moveTo>
                  <a:lnTo>
                    <a:pt x="1" y="14462"/>
                  </a:lnTo>
                  <a:lnTo>
                    <a:pt x="4487" y="14462"/>
                  </a:lnTo>
                  <a:lnTo>
                    <a:pt x="448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816;p39">
              <a:extLst>
                <a:ext uri="{FF2B5EF4-FFF2-40B4-BE49-F238E27FC236}">
                  <a16:creationId xmlns:a16="http://schemas.microsoft.com/office/drawing/2014/main" id="{FCAFD0C1-B0AA-5ABB-3F21-0F2D58238D98}"/>
                </a:ext>
              </a:extLst>
            </p:cNvPr>
            <p:cNvSpPr/>
            <p:nvPr/>
          </p:nvSpPr>
          <p:spPr>
            <a:xfrm>
              <a:off x="3061092" y="2118308"/>
              <a:ext cx="184573" cy="381486"/>
            </a:xfrm>
            <a:custGeom>
              <a:avLst/>
              <a:gdLst/>
              <a:ahLst/>
              <a:cxnLst/>
              <a:rect l="l" t="t" r="r" b="b"/>
              <a:pathLst>
                <a:path w="4487" h="9274" extrusionOk="0">
                  <a:moveTo>
                    <a:pt x="1" y="0"/>
                  </a:moveTo>
                  <a:lnTo>
                    <a:pt x="1" y="9274"/>
                  </a:lnTo>
                  <a:lnTo>
                    <a:pt x="4487" y="9274"/>
                  </a:lnTo>
                  <a:lnTo>
                    <a:pt x="448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817;p39">
              <a:extLst>
                <a:ext uri="{FF2B5EF4-FFF2-40B4-BE49-F238E27FC236}">
                  <a16:creationId xmlns:a16="http://schemas.microsoft.com/office/drawing/2014/main" id="{128252C8-D207-82A5-83DA-15ECC56FDE2C}"/>
                </a:ext>
              </a:extLst>
            </p:cNvPr>
            <p:cNvSpPr/>
            <p:nvPr/>
          </p:nvSpPr>
          <p:spPr>
            <a:xfrm>
              <a:off x="3305440" y="1782186"/>
              <a:ext cx="184573" cy="717600"/>
            </a:xfrm>
            <a:custGeom>
              <a:avLst/>
              <a:gdLst/>
              <a:ahLst/>
              <a:cxnLst/>
              <a:rect l="l" t="t" r="r" b="b"/>
              <a:pathLst>
                <a:path w="4487" h="17445" extrusionOk="0">
                  <a:moveTo>
                    <a:pt x="1" y="1"/>
                  </a:moveTo>
                  <a:lnTo>
                    <a:pt x="1" y="17445"/>
                  </a:lnTo>
                  <a:lnTo>
                    <a:pt x="4487" y="17445"/>
                  </a:lnTo>
                  <a:lnTo>
                    <a:pt x="44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818;p39">
              <a:extLst>
                <a:ext uri="{FF2B5EF4-FFF2-40B4-BE49-F238E27FC236}">
                  <a16:creationId xmlns:a16="http://schemas.microsoft.com/office/drawing/2014/main" id="{3A5AC86B-CED8-229D-9713-58FAF9E54DA8}"/>
                </a:ext>
              </a:extLst>
            </p:cNvPr>
            <p:cNvSpPr/>
            <p:nvPr/>
          </p:nvSpPr>
          <p:spPr>
            <a:xfrm>
              <a:off x="2140426" y="1786341"/>
              <a:ext cx="1286703" cy="440227"/>
            </a:xfrm>
            <a:custGeom>
              <a:avLst/>
              <a:gdLst/>
              <a:ahLst/>
              <a:cxnLst/>
              <a:rect l="l" t="t" r="r" b="b"/>
              <a:pathLst>
                <a:path w="31280" h="10702" extrusionOk="0">
                  <a:moveTo>
                    <a:pt x="11454" y="0"/>
                  </a:moveTo>
                  <a:lnTo>
                    <a:pt x="7144" y="10126"/>
                  </a:lnTo>
                  <a:lnTo>
                    <a:pt x="3184" y="7995"/>
                  </a:lnTo>
                  <a:lnTo>
                    <a:pt x="1" y="10251"/>
                  </a:lnTo>
                  <a:lnTo>
                    <a:pt x="226" y="10602"/>
                  </a:lnTo>
                  <a:lnTo>
                    <a:pt x="3209" y="8471"/>
                  </a:lnTo>
                  <a:lnTo>
                    <a:pt x="7344" y="10702"/>
                  </a:lnTo>
                  <a:lnTo>
                    <a:pt x="11504" y="978"/>
                  </a:lnTo>
                  <a:lnTo>
                    <a:pt x="14988" y="7820"/>
                  </a:lnTo>
                  <a:lnTo>
                    <a:pt x="19525" y="2281"/>
                  </a:lnTo>
                  <a:lnTo>
                    <a:pt x="23885" y="7218"/>
                  </a:lnTo>
                  <a:lnTo>
                    <a:pt x="26718" y="3860"/>
                  </a:lnTo>
                  <a:lnTo>
                    <a:pt x="30928" y="9850"/>
                  </a:lnTo>
                  <a:lnTo>
                    <a:pt x="31279" y="9624"/>
                  </a:lnTo>
                  <a:lnTo>
                    <a:pt x="26743" y="3208"/>
                  </a:lnTo>
                  <a:lnTo>
                    <a:pt x="23885" y="6592"/>
                  </a:lnTo>
                  <a:lnTo>
                    <a:pt x="19525" y="1654"/>
                  </a:lnTo>
                  <a:lnTo>
                    <a:pt x="15063" y="7068"/>
                  </a:lnTo>
                  <a:lnTo>
                    <a:pt x="114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819;p39">
              <a:extLst>
                <a:ext uri="{FF2B5EF4-FFF2-40B4-BE49-F238E27FC236}">
                  <a16:creationId xmlns:a16="http://schemas.microsoft.com/office/drawing/2014/main" id="{C1051527-4B22-62F0-A208-367A2AE06378}"/>
                </a:ext>
              </a:extLst>
            </p:cNvPr>
            <p:cNvSpPr/>
            <p:nvPr/>
          </p:nvSpPr>
          <p:spPr>
            <a:xfrm>
              <a:off x="3393060" y="2148214"/>
              <a:ext cx="53681" cy="53640"/>
            </a:xfrm>
            <a:custGeom>
              <a:avLst/>
              <a:gdLst/>
              <a:ahLst/>
              <a:cxnLst/>
              <a:rect l="l" t="t" r="r" b="b"/>
              <a:pathLst>
                <a:path w="1305" h="1304" extrusionOk="0">
                  <a:moveTo>
                    <a:pt x="653" y="0"/>
                  </a:moveTo>
                  <a:cubicBezTo>
                    <a:pt x="302" y="0"/>
                    <a:pt x="1" y="301"/>
                    <a:pt x="1" y="652"/>
                  </a:cubicBezTo>
                  <a:cubicBezTo>
                    <a:pt x="1" y="1028"/>
                    <a:pt x="302" y="1303"/>
                    <a:pt x="653" y="1303"/>
                  </a:cubicBezTo>
                  <a:cubicBezTo>
                    <a:pt x="1003" y="1303"/>
                    <a:pt x="1304" y="1028"/>
                    <a:pt x="1304" y="652"/>
                  </a:cubicBezTo>
                  <a:cubicBezTo>
                    <a:pt x="1304" y="301"/>
                    <a:pt x="1003" y="0"/>
                    <a:pt x="6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820;p39">
              <a:extLst>
                <a:ext uri="{FF2B5EF4-FFF2-40B4-BE49-F238E27FC236}">
                  <a16:creationId xmlns:a16="http://schemas.microsoft.com/office/drawing/2014/main" id="{25E2C153-BDA7-3DB5-C676-C8AA515DADA9}"/>
                </a:ext>
              </a:extLst>
            </p:cNvPr>
            <p:cNvSpPr/>
            <p:nvPr/>
          </p:nvSpPr>
          <p:spPr>
            <a:xfrm>
              <a:off x="3096140" y="2043029"/>
              <a:ext cx="53681" cy="53681"/>
            </a:xfrm>
            <a:custGeom>
              <a:avLst/>
              <a:gdLst/>
              <a:ahLst/>
              <a:cxnLst/>
              <a:rect l="l" t="t" r="r" b="b"/>
              <a:pathLst>
                <a:path w="1305" h="1305" extrusionOk="0">
                  <a:moveTo>
                    <a:pt x="652" y="1"/>
                  </a:moveTo>
                  <a:cubicBezTo>
                    <a:pt x="277" y="1"/>
                    <a:pt x="1" y="302"/>
                    <a:pt x="1" y="652"/>
                  </a:cubicBezTo>
                  <a:cubicBezTo>
                    <a:pt x="1" y="1028"/>
                    <a:pt x="277" y="1304"/>
                    <a:pt x="652" y="1304"/>
                  </a:cubicBezTo>
                  <a:cubicBezTo>
                    <a:pt x="1003" y="1304"/>
                    <a:pt x="1304" y="1028"/>
                    <a:pt x="1304" y="652"/>
                  </a:cubicBezTo>
                  <a:cubicBezTo>
                    <a:pt x="1304" y="302"/>
                    <a:pt x="1003" y="1"/>
                    <a:pt x="6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821;p39">
              <a:extLst>
                <a:ext uri="{FF2B5EF4-FFF2-40B4-BE49-F238E27FC236}">
                  <a16:creationId xmlns:a16="http://schemas.microsoft.com/office/drawing/2014/main" id="{A526FCB3-45EE-8709-9859-4C60D12DA259}"/>
                </a:ext>
              </a:extLst>
            </p:cNvPr>
            <p:cNvSpPr/>
            <p:nvPr/>
          </p:nvSpPr>
          <p:spPr>
            <a:xfrm>
              <a:off x="3213706" y="1912093"/>
              <a:ext cx="53640" cy="52612"/>
            </a:xfrm>
            <a:custGeom>
              <a:avLst/>
              <a:gdLst/>
              <a:ahLst/>
              <a:cxnLst/>
              <a:rect l="l" t="t" r="r" b="b"/>
              <a:pathLst>
                <a:path w="1304" h="1279" extrusionOk="0">
                  <a:moveTo>
                    <a:pt x="652" y="1"/>
                  </a:moveTo>
                  <a:cubicBezTo>
                    <a:pt x="276" y="1"/>
                    <a:pt x="0" y="277"/>
                    <a:pt x="0" y="652"/>
                  </a:cubicBezTo>
                  <a:cubicBezTo>
                    <a:pt x="0" y="1003"/>
                    <a:pt x="276" y="1279"/>
                    <a:pt x="652" y="1279"/>
                  </a:cubicBezTo>
                  <a:cubicBezTo>
                    <a:pt x="1003" y="1279"/>
                    <a:pt x="1303" y="1003"/>
                    <a:pt x="1303" y="652"/>
                  </a:cubicBezTo>
                  <a:cubicBezTo>
                    <a:pt x="1303" y="277"/>
                    <a:pt x="1003" y="1"/>
                    <a:pt x="6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822;p39">
              <a:extLst>
                <a:ext uri="{FF2B5EF4-FFF2-40B4-BE49-F238E27FC236}">
                  <a16:creationId xmlns:a16="http://schemas.microsoft.com/office/drawing/2014/main" id="{44B94B68-869E-861F-CC48-37B1C70F8888}"/>
                </a:ext>
              </a:extLst>
            </p:cNvPr>
            <p:cNvSpPr/>
            <p:nvPr/>
          </p:nvSpPr>
          <p:spPr>
            <a:xfrm>
              <a:off x="2916746" y="1839941"/>
              <a:ext cx="53681" cy="53640"/>
            </a:xfrm>
            <a:custGeom>
              <a:avLst/>
              <a:gdLst/>
              <a:ahLst/>
              <a:cxnLst/>
              <a:rect l="l" t="t" r="r" b="b"/>
              <a:pathLst>
                <a:path w="1305" h="1304" extrusionOk="0">
                  <a:moveTo>
                    <a:pt x="653" y="0"/>
                  </a:moveTo>
                  <a:cubicBezTo>
                    <a:pt x="302" y="0"/>
                    <a:pt x="1" y="301"/>
                    <a:pt x="1" y="652"/>
                  </a:cubicBezTo>
                  <a:cubicBezTo>
                    <a:pt x="1" y="1028"/>
                    <a:pt x="302" y="1304"/>
                    <a:pt x="653" y="1304"/>
                  </a:cubicBezTo>
                  <a:cubicBezTo>
                    <a:pt x="1003" y="1304"/>
                    <a:pt x="1304" y="1028"/>
                    <a:pt x="1304" y="652"/>
                  </a:cubicBezTo>
                  <a:cubicBezTo>
                    <a:pt x="1304" y="301"/>
                    <a:pt x="1003" y="0"/>
                    <a:pt x="6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823;p39">
              <a:extLst>
                <a:ext uri="{FF2B5EF4-FFF2-40B4-BE49-F238E27FC236}">
                  <a16:creationId xmlns:a16="http://schemas.microsoft.com/office/drawing/2014/main" id="{F8F99446-631E-F76D-C463-D720A0BEDAB6}"/>
                </a:ext>
              </a:extLst>
            </p:cNvPr>
            <p:cNvSpPr/>
            <p:nvPr/>
          </p:nvSpPr>
          <p:spPr>
            <a:xfrm>
              <a:off x="2738421" y="2058497"/>
              <a:ext cx="53640" cy="53640"/>
            </a:xfrm>
            <a:custGeom>
              <a:avLst/>
              <a:gdLst/>
              <a:ahLst/>
              <a:cxnLst/>
              <a:rect l="l" t="t" r="r" b="b"/>
              <a:pathLst>
                <a:path w="1304" h="1304" extrusionOk="0">
                  <a:moveTo>
                    <a:pt x="652" y="1"/>
                  </a:moveTo>
                  <a:cubicBezTo>
                    <a:pt x="301" y="1"/>
                    <a:pt x="0" y="276"/>
                    <a:pt x="0" y="652"/>
                  </a:cubicBezTo>
                  <a:cubicBezTo>
                    <a:pt x="0" y="1003"/>
                    <a:pt x="301" y="1304"/>
                    <a:pt x="652" y="1304"/>
                  </a:cubicBezTo>
                  <a:cubicBezTo>
                    <a:pt x="1003" y="1304"/>
                    <a:pt x="1303" y="1003"/>
                    <a:pt x="1303" y="652"/>
                  </a:cubicBezTo>
                  <a:cubicBezTo>
                    <a:pt x="1303" y="276"/>
                    <a:pt x="1003" y="1"/>
                    <a:pt x="6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24;p39">
              <a:extLst>
                <a:ext uri="{FF2B5EF4-FFF2-40B4-BE49-F238E27FC236}">
                  <a16:creationId xmlns:a16="http://schemas.microsoft.com/office/drawing/2014/main" id="{55D39DAF-588E-7C89-2AA6-878D623036E0}"/>
                </a:ext>
              </a:extLst>
            </p:cNvPr>
            <p:cNvSpPr/>
            <p:nvPr/>
          </p:nvSpPr>
          <p:spPr>
            <a:xfrm>
              <a:off x="2586835" y="1774987"/>
              <a:ext cx="53681" cy="53640"/>
            </a:xfrm>
            <a:custGeom>
              <a:avLst/>
              <a:gdLst/>
              <a:ahLst/>
              <a:cxnLst/>
              <a:rect l="l" t="t" r="r" b="b"/>
              <a:pathLst>
                <a:path w="1305" h="1304" extrusionOk="0">
                  <a:moveTo>
                    <a:pt x="652" y="0"/>
                  </a:moveTo>
                  <a:cubicBezTo>
                    <a:pt x="277" y="0"/>
                    <a:pt x="1" y="301"/>
                    <a:pt x="1" y="652"/>
                  </a:cubicBezTo>
                  <a:cubicBezTo>
                    <a:pt x="1" y="1003"/>
                    <a:pt x="277" y="1304"/>
                    <a:pt x="652" y="1304"/>
                  </a:cubicBezTo>
                  <a:cubicBezTo>
                    <a:pt x="1003" y="1304"/>
                    <a:pt x="1304" y="1003"/>
                    <a:pt x="1304" y="652"/>
                  </a:cubicBezTo>
                  <a:cubicBezTo>
                    <a:pt x="1304" y="301"/>
                    <a:pt x="1003" y="0"/>
                    <a:pt x="6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825;p39">
              <a:extLst>
                <a:ext uri="{FF2B5EF4-FFF2-40B4-BE49-F238E27FC236}">
                  <a16:creationId xmlns:a16="http://schemas.microsoft.com/office/drawing/2014/main" id="{1D3D2418-E016-DFE6-B321-2EA38823D7D8}"/>
                </a:ext>
              </a:extLst>
            </p:cNvPr>
            <p:cNvSpPr/>
            <p:nvPr/>
          </p:nvSpPr>
          <p:spPr>
            <a:xfrm>
              <a:off x="2411595" y="2188404"/>
              <a:ext cx="53640" cy="53640"/>
            </a:xfrm>
            <a:custGeom>
              <a:avLst/>
              <a:gdLst/>
              <a:ahLst/>
              <a:cxnLst/>
              <a:rect l="l" t="t" r="r" b="b"/>
              <a:pathLst>
                <a:path w="1304" h="1304" extrusionOk="0">
                  <a:moveTo>
                    <a:pt x="652" y="1"/>
                  </a:moveTo>
                  <a:cubicBezTo>
                    <a:pt x="301" y="1"/>
                    <a:pt x="0" y="301"/>
                    <a:pt x="0" y="652"/>
                  </a:cubicBezTo>
                  <a:cubicBezTo>
                    <a:pt x="0" y="1003"/>
                    <a:pt x="301" y="1304"/>
                    <a:pt x="652" y="1304"/>
                  </a:cubicBezTo>
                  <a:cubicBezTo>
                    <a:pt x="1028" y="1304"/>
                    <a:pt x="1303" y="1003"/>
                    <a:pt x="1303" y="652"/>
                  </a:cubicBezTo>
                  <a:cubicBezTo>
                    <a:pt x="1303" y="301"/>
                    <a:pt x="1028" y="1"/>
                    <a:pt x="6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826;p39">
              <a:extLst>
                <a:ext uri="{FF2B5EF4-FFF2-40B4-BE49-F238E27FC236}">
                  <a16:creationId xmlns:a16="http://schemas.microsoft.com/office/drawing/2014/main" id="{13C6B3F7-00A3-E68E-6FC2-AF88DFB6C8DC}"/>
                </a:ext>
              </a:extLst>
            </p:cNvPr>
            <p:cNvSpPr/>
            <p:nvPr/>
          </p:nvSpPr>
          <p:spPr>
            <a:xfrm>
              <a:off x="2254867" y="2096671"/>
              <a:ext cx="53640" cy="53640"/>
            </a:xfrm>
            <a:custGeom>
              <a:avLst/>
              <a:gdLst/>
              <a:ahLst/>
              <a:cxnLst/>
              <a:rect l="l" t="t" r="r" b="b"/>
              <a:pathLst>
                <a:path w="1304" h="1304" extrusionOk="0">
                  <a:moveTo>
                    <a:pt x="652" y="0"/>
                  </a:moveTo>
                  <a:cubicBezTo>
                    <a:pt x="276" y="0"/>
                    <a:pt x="1" y="301"/>
                    <a:pt x="1" y="652"/>
                  </a:cubicBezTo>
                  <a:cubicBezTo>
                    <a:pt x="1" y="1003"/>
                    <a:pt x="276" y="1303"/>
                    <a:pt x="652" y="1303"/>
                  </a:cubicBezTo>
                  <a:cubicBezTo>
                    <a:pt x="1003" y="1303"/>
                    <a:pt x="1304" y="1003"/>
                    <a:pt x="1304" y="652"/>
                  </a:cubicBezTo>
                  <a:cubicBezTo>
                    <a:pt x="1304" y="301"/>
                    <a:pt x="1003" y="0"/>
                    <a:pt x="6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827;p39">
              <a:extLst>
                <a:ext uri="{FF2B5EF4-FFF2-40B4-BE49-F238E27FC236}">
                  <a16:creationId xmlns:a16="http://schemas.microsoft.com/office/drawing/2014/main" id="{2B5733FB-5A50-0CC8-1FDB-3DFF8112BDBE}"/>
                </a:ext>
              </a:extLst>
            </p:cNvPr>
            <p:cNvSpPr/>
            <p:nvPr/>
          </p:nvSpPr>
          <p:spPr>
            <a:xfrm>
              <a:off x="2118789" y="2174994"/>
              <a:ext cx="52612" cy="53681"/>
            </a:xfrm>
            <a:custGeom>
              <a:avLst/>
              <a:gdLst/>
              <a:ahLst/>
              <a:cxnLst/>
              <a:rect l="l" t="t" r="r" b="b"/>
              <a:pathLst>
                <a:path w="1279" h="1305" extrusionOk="0">
                  <a:moveTo>
                    <a:pt x="652" y="1"/>
                  </a:moveTo>
                  <a:cubicBezTo>
                    <a:pt x="276" y="1"/>
                    <a:pt x="0" y="302"/>
                    <a:pt x="0" y="652"/>
                  </a:cubicBezTo>
                  <a:cubicBezTo>
                    <a:pt x="0" y="1003"/>
                    <a:pt x="276" y="1304"/>
                    <a:pt x="652" y="1304"/>
                  </a:cubicBezTo>
                  <a:cubicBezTo>
                    <a:pt x="1003" y="1304"/>
                    <a:pt x="1279" y="1003"/>
                    <a:pt x="1279" y="652"/>
                  </a:cubicBezTo>
                  <a:cubicBezTo>
                    <a:pt x="1279" y="302"/>
                    <a:pt x="1003" y="1"/>
                    <a:pt x="65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01121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>
          <a:extLst>
            <a:ext uri="{FF2B5EF4-FFF2-40B4-BE49-F238E27FC236}">
              <a16:creationId xmlns:a16="http://schemas.microsoft.com/office/drawing/2014/main" id="{76CF12E1-3139-164A-1382-5F879F311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597;p36">
            <a:extLst>
              <a:ext uri="{FF2B5EF4-FFF2-40B4-BE49-F238E27FC236}">
                <a16:creationId xmlns:a16="http://schemas.microsoft.com/office/drawing/2014/main" id="{042104CE-5654-7BE4-F6FD-B5DD04A596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006" y="619929"/>
            <a:ext cx="825150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sz="2800" dirty="0"/>
              <a:t>Model Comparison and Judgment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endParaRPr lang="en-US" sz="2800" dirty="0"/>
          </a:p>
        </p:txBody>
      </p:sp>
      <p:sp>
        <p:nvSpPr>
          <p:cNvPr id="1642" name="Google Shape;1485;p34">
            <a:extLst>
              <a:ext uri="{FF2B5EF4-FFF2-40B4-BE49-F238E27FC236}">
                <a16:creationId xmlns:a16="http://schemas.microsoft.com/office/drawing/2014/main" id="{4CA8FCFD-91DD-4450-81C9-93583ED7C1A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9276" y="1579764"/>
            <a:ext cx="4202724" cy="4117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n-US" b="1" dirty="0"/>
              <a:t>Visual:</a:t>
            </a:r>
            <a:r>
              <a:rPr lang="en-US" dirty="0"/>
              <a:t> Forecast Methods Comparison Chart</a:t>
            </a:r>
            <a:endParaRPr sz="1200" dirty="0"/>
          </a:p>
        </p:txBody>
      </p:sp>
      <p:sp>
        <p:nvSpPr>
          <p:cNvPr id="1643" name="Google Shape;1485;p34">
            <a:extLst>
              <a:ext uri="{FF2B5EF4-FFF2-40B4-BE49-F238E27FC236}">
                <a16:creationId xmlns:a16="http://schemas.microsoft.com/office/drawing/2014/main" id="{38982654-588E-0791-6FBF-CA3240174EF4}"/>
              </a:ext>
            </a:extLst>
          </p:cNvPr>
          <p:cNvSpPr txBox="1">
            <a:spLocks/>
          </p:cNvSpPr>
          <p:nvPr/>
        </p:nvSpPr>
        <p:spPr>
          <a:xfrm>
            <a:off x="4725178" y="1991497"/>
            <a:ext cx="3820945" cy="237534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algn="l"/>
            <a:r>
              <a:rPr lang="en-US" sz="1400" b="1" dirty="0"/>
              <a:t>Inference:</a:t>
            </a:r>
            <a:br>
              <a:rPr lang="en-US" sz="1400" b="1" dirty="0"/>
            </a:br>
            <a:endParaRPr lang="en-US" sz="1400" b="1" dirty="0"/>
          </a:p>
          <a:p>
            <a:pPr algn="l"/>
            <a:r>
              <a:rPr lang="en-US" sz="1400" dirty="0"/>
              <a:t>Different models capture different data</a:t>
            </a:r>
          </a:p>
          <a:p>
            <a:pPr algn="l"/>
            <a:r>
              <a:rPr lang="en-US" sz="1400" dirty="0"/>
              <a:t>behaviors (trend, seasonality).</a:t>
            </a:r>
          </a:p>
          <a:p>
            <a:pPr algn="l"/>
            <a:endParaRPr lang="en-US" sz="1400" dirty="0"/>
          </a:p>
          <a:p>
            <a:pPr algn="l"/>
            <a:r>
              <a:rPr lang="en-US" sz="1400" dirty="0"/>
              <a:t>The ETS and ARIMA models (not on this plot</a:t>
            </a:r>
          </a:p>
          <a:p>
            <a:pPr algn="l"/>
            <a:r>
              <a:rPr lang="en-US" sz="1400" dirty="0"/>
              <a:t>but analyzed separately) often provide the</a:t>
            </a:r>
          </a:p>
          <a:p>
            <a:pPr algn="l"/>
            <a:r>
              <a:rPr lang="en-US" sz="1400" dirty="0"/>
              <a:t>most sophisticated fits by decomposing the</a:t>
            </a:r>
          </a:p>
          <a:p>
            <a:pPr algn="l"/>
            <a:r>
              <a:rPr lang="en-US" sz="1400" dirty="0"/>
              <a:t>series into error, trend, and seasonal</a:t>
            </a:r>
          </a:p>
          <a:p>
            <a:pPr algn="l"/>
            <a:r>
              <a:rPr lang="en-US" sz="1400" dirty="0"/>
              <a:t>components.</a:t>
            </a:r>
          </a:p>
        </p:txBody>
      </p:sp>
      <p:pic>
        <p:nvPicPr>
          <p:cNvPr id="23" name="Picture 22" descr="A graph of different types of forecasting&#10;&#10;AI-generated content may be incorrect.">
            <a:extLst>
              <a:ext uri="{FF2B5EF4-FFF2-40B4-BE49-F238E27FC236}">
                <a16:creationId xmlns:a16="http://schemas.microsoft.com/office/drawing/2014/main" id="{461575CB-6A47-E5FD-9294-60CA11E4D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276" y="2051538"/>
            <a:ext cx="4108939" cy="2989947"/>
          </a:xfrm>
          <a:prstGeom prst="rect">
            <a:avLst/>
          </a:prstGeom>
        </p:spPr>
      </p:pic>
      <p:grpSp>
        <p:nvGrpSpPr>
          <p:cNvPr id="24" name="Google Shape;1828;p39">
            <a:extLst>
              <a:ext uri="{FF2B5EF4-FFF2-40B4-BE49-F238E27FC236}">
                <a16:creationId xmlns:a16="http://schemas.microsoft.com/office/drawing/2014/main" id="{3AE1CE14-7294-6FD4-E520-EC64781FCEB4}"/>
              </a:ext>
            </a:extLst>
          </p:cNvPr>
          <p:cNvGrpSpPr/>
          <p:nvPr/>
        </p:nvGrpSpPr>
        <p:grpSpPr>
          <a:xfrm>
            <a:off x="7342115" y="210947"/>
            <a:ext cx="1455393" cy="1491910"/>
            <a:chOff x="5478353" y="859675"/>
            <a:chExt cx="3042662" cy="3165542"/>
          </a:xfrm>
        </p:grpSpPr>
        <p:sp>
          <p:nvSpPr>
            <p:cNvPr id="25" name="Google Shape;1829;p39">
              <a:extLst>
                <a:ext uri="{FF2B5EF4-FFF2-40B4-BE49-F238E27FC236}">
                  <a16:creationId xmlns:a16="http://schemas.microsoft.com/office/drawing/2014/main" id="{48CBB85F-6AB6-8759-94CA-6251E20421E7}"/>
                </a:ext>
              </a:extLst>
            </p:cNvPr>
            <p:cNvSpPr/>
            <p:nvPr/>
          </p:nvSpPr>
          <p:spPr>
            <a:xfrm>
              <a:off x="5478353" y="2905396"/>
              <a:ext cx="2070476" cy="1119822"/>
            </a:xfrm>
            <a:custGeom>
              <a:avLst/>
              <a:gdLst/>
              <a:ahLst/>
              <a:cxnLst/>
              <a:rect l="l" t="t" r="r" b="b"/>
              <a:pathLst>
                <a:path w="20978" h="11346" extrusionOk="0">
                  <a:moveTo>
                    <a:pt x="3108" y="1"/>
                  </a:moveTo>
                  <a:lnTo>
                    <a:pt x="0" y="903"/>
                  </a:lnTo>
                  <a:cubicBezTo>
                    <a:pt x="1821" y="7235"/>
                    <a:pt x="7589" y="11346"/>
                    <a:pt x="13861" y="11346"/>
                  </a:cubicBezTo>
                  <a:cubicBezTo>
                    <a:pt x="15185" y="11346"/>
                    <a:pt x="16533" y="11162"/>
                    <a:pt x="17870" y="10778"/>
                  </a:cubicBezTo>
                  <a:cubicBezTo>
                    <a:pt x="18973" y="10477"/>
                    <a:pt x="20026" y="10026"/>
                    <a:pt x="20978" y="9474"/>
                  </a:cubicBezTo>
                  <a:lnTo>
                    <a:pt x="19399" y="6667"/>
                  </a:lnTo>
                  <a:cubicBezTo>
                    <a:pt x="18647" y="7093"/>
                    <a:pt x="17845" y="7419"/>
                    <a:pt x="16968" y="7670"/>
                  </a:cubicBezTo>
                  <a:cubicBezTo>
                    <a:pt x="15927" y="7973"/>
                    <a:pt x="14877" y="8117"/>
                    <a:pt x="13844" y="8117"/>
                  </a:cubicBezTo>
                  <a:cubicBezTo>
                    <a:pt x="8987" y="8117"/>
                    <a:pt x="4514" y="4920"/>
                    <a:pt x="3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830;p39">
              <a:extLst>
                <a:ext uri="{FF2B5EF4-FFF2-40B4-BE49-F238E27FC236}">
                  <a16:creationId xmlns:a16="http://schemas.microsoft.com/office/drawing/2014/main" id="{A688DFD8-5F24-57BD-3FC5-1703433C8C66}"/>
                </a:ext>
              </a:extLst>
            </p:cNvPr>
            <p:cNvSpPr/>
            <p:nvPr/>
          </p:nvSpPr>
          <p:spPr>
            <a:xfrm>
              <a:off x="5686114" y="1163962"/>
              <a:ext cx="1100872" cy="1100872"/>
            </a:xfrm>
            <a:custGeom>
              <a:avLst/>
              <a:gdLst/>
              <a:ahLst/>
              <a:cxnLst/>
              <a:rect l="l" t="t" r="r" b="b"/>
              <a:pathLst>
                <a:path w="11154" h="11154" extrusionOk="0">
                  <a:moveTo>
                    <a:pt x="11154" y="0"/>
                  </a:moveTo>
                  <a:cubicBezTo>
                    <a:pt x="4988" y="0"/>
                    <a:pt x="1" y="4988"/>
                    <a:pt x="1" y="11153"/>
                  </a:cubicBezTo>
                  <a:lnTo>
                    <a:pt x="11154" y="11153"/>
                  </a:lnTo>
                  <a:lnTo>
                    <a:pt x="111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831;p39">
              <a:extLst>
                <a:ext uri="{FF2B5EF4-FFF2-40B4-BE49-F238E27FC236}">
                  <a16:creationId xmlns:a16="http://schemas.microsoft.com/office/drawing/2014/main" id="{7FEFB7FD-DB8A-D877-F9D2-5DEA8175DCE7}"/>
                </a:ext>
              </a:extLst>
            </p:cNvPr>
            <p:cNvSpPr/>
            <p:nvPr/>
          </p:nvSpPr>
          <p:spPr>
            <a:xfrm>
              <a:off x="5767738" y="1260390"/>
              <a:ext cx="2308041" cy="2310508"/>
            </a:xfrm>
            <a:custGeom>
              <a:avLst/>
              <a:gdLst/>
              <a:ahLst/>
              <a:cxnLst/>
              <a:rect l="l" t="t" r="r" b="b"/>
              <a:pathLst>
                <a:path w="23385" h="23410" extrusionOk="0">
                  <a:moveTo>
                    <a:pt x="11680" y="1"/>
                  </a:moveTo>
                  <a:lnTo>
                    <a:pt x="11680" y="11705"/>
                  </a:lnTo>
                  <a:lnTo>
                    <a:pt x="1" y="11705"/>
                  </a:lnTo>
                  <a:cubicBezTo>
                    <a:pt x="1" y="18171"/>
                    <a:pt x="5239" y="23409"/>
                    <a:pt x="11680" y="23409"/>
                  </a:cubicBezTo>
                  <a:cubicBezTo>
                    <a:pt x="18146" y="23409"/>
                    <a:pt x="23384" y="18171"/>
                    <a:pt x="23384" y="11705"/>
                  </a:cubicBezTo>
                  <a:cubicBezTo>
                    <a:pt x="23384" y="5239"/>
                    <a:pt x="18146" y="1"/>
                    <a:pt x="116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832;p39">
              <a:extLst>
                <a:ext uri="{FF2B5EF4-FFF2-40B4-BE49-F238E27FC236}">
                  <a16:creationId xmlns:a16="http://schemas.microsoft.com/office/drawing/2014/main" id="{092CF769-F79B-2775-94CD-F827708902F3}"/>
                </a:ext>
              </a:extLst>
            </p:cNvPr>
            <p:cNvSpPr/>
            <p:nvPr/>
          </p:nvSpPr>
          <p:spPr>
            <a:xfrm>
              <a:off x="6895764" y="2413187"/>
              <a:ext cx="1625252" cy="1115677"/>
            </a:xfrm>
            <a:custGeom>
              <a:avLst/>
              <a:gdLst/>
              <a:ahLst/>
              <a:cxnLst/>
              <a:rect l="l" t="t" r="r" b="b"/>
              <a:pathLst>
                <a:path w="16467" h="11304" extrusionOk="0">
                  <a:moveTo>
                    <a:pt x="1529" y="827"/>
                  </a:moveTo>
                  <a:lnTo>
                    <a:pt x="15965" y="4612"/>
                  </a:lnTo>
                  <a:cubicBezTo>
                    <a:pt x="15339" y="6742"/>
                    <a:pt x="14286" y="8672"/>
                    <a:pt x="12883" y="10401"/>
                  </a:cubicBezTo>
                  <a:cubicBezTo>
                    <a:pt x="12782" y="10526"/>
                    <a:pt x="12682" y="10627"/>
                    <a:pt x="12582" y="10727"/>
                  </a:cubicBezTo>
                  <a:lnTo>
                    <a:pt x="1529" y="827"/>
                  </a:lnTo>
                  <a:close/>
                  <a:moveTo>
                    <a:pt x="0" y="0"/>
                  </a:moveTo>
                  <a:lnTo>
                    <a:pt x="12632" y="11303"/>
                  </a:lnTo>
                  <a:lnTo>
                    <a:pt x="12757" y="11153"/>
                  </a:lnTo>
                  <a:cubicBezTo>
                    <a:pt x="12908" y="11003"/>
                    <a:pt x="13058" y="10827"/>
                    <a:pt x="13183" y="10677"/>
                  </a:cubicBezTo>
                  <a:cubicBezTo>
                    <a:pt x="14687" y="8847"/>
                    <a:pt x="15790" y="6767"/>
                    <a:pt x="16417" y="4511"/>
                  </a:cubicBezTo>
                  <a:lnTo>
                    <a:pt x="16467" y="43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833;p39">
              <a:extLst>
                <a:ext uri="{FF2B5EF4-FFF2-40B4-BE49-F238E27FC236}">
                  <a16:creationId xmlns:a16="http://schemas.microsoft.com/office/drawing/2014/main" id="{51023FE6-15DB-E307-2E70-44A26821B30C}"/>
                </a:ext>
              </a:extLst>
            </p:cNvPr>
            <p:cNvSpPr/>
            <p:nvPr/>
          </p:nvSpPr>
          <p:spPr>
            <a:xfrm>
              <a:off x="5498093" y="2415654"/>
              <a:ext cx="1422527" cy="1241812"/>
            </a:xfrm>
            <a:custGeom>
              <a:avLst/>
              <a:gdLst/>
              <a:ahLst/>
              <a:cxnLst/>
              <a:rect l="l" t="t" r="r" b="b"/>
              <a:pathLst>
                <a:path w="14413" h="12582" extrusionOk="0">
                  <a:moveTo>
                    <a:pt x="14412" y="0"/>
                  </a:moveTo>
                  <a:lnTo>
                    <a:pt x="1" y="2381"/>
                  </a:lnTo>
                  <a:cubicBezTo>
                    <a:pt x="703" y="6717"/>
                    <a:pt x="3334" y="10401"/>
                    <a:pt x="6968" y="12582"/>
                  </a:cubicBezTo>
                  <a:lnTo>
                    <a:pt x="144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834;p39">
              <a:extLst>
                <a:ext uri="{FF2B5EF4-FFF2-40B4-BE49-F238E27FC236}">
                  <a16:creationId xmlns:a16="http://schemas.microsoft.com/office/drawing/2014/main" id="{DBB8A38A-8720-3EA1-95E6-6E412FF5E7E7}"/>
                </a:ext>
              </a:extLst>
            </p:cNvPr>
            <p:cNvSpPr/>
            <p:nvPr/>
          </p:nvSpPr>
          <p:spPr>
            <a:xfrm>
              <a:off x="6920537" y="859675"/>
              <a:ext cx="1212104" cy="818893"/>
            </a:xfrm>
            <a:custGeom>
              <a:avLst/>
              <a:gdLst/>
              <a:ahLst/>
              <a:cxnLst/>
              <a:rect l="l" t="t" r="r" b="b"/>
              <a:pathLst>
                <a:path w="12281" h="8297" extrusionOk="0">
                  <a:moveTo>
                    <a:pt x="0" y="1"/>
                  </a:moveTo>
                  <a:lnTo>
                    <a:pt x="0" y="2557"/>
                  </a:lnTo>
                  <a:cubicBezTo>
                    <a:pt x="91" y="2555"/>
                    <a:pt x="182" y="2554"/>
                    <a:pt x="272" y="2554"/>
                  </a:cubicBezTo>
                  <a:cubicBezTo>
                    <a:pt x="4545" y="2554"/>
                    <a:pt x="8289" y="4860"/>
                    <a:pt x="10351" y="8296"/>
                  </a:cubicBezTo>
                  <a:lnTo>
                    <a:pt x="12281" y="6492"/>
                  </a:lnTo>
                  <a:cubicBezTo>
                    <a:pt x="9749" y="2532"/>
                    <a:pt x="4988" y="76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48171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>
          <a:extLst>
            <a:ext uri="{FF2B5EF4-FFF2-40B4-BE49-F238E27FC236}">
              <a16:creationId xmlns:a16="http://schemas.microsoft.com/office/drawing/2014/main" id="{185491B2-12BC-E2BB-CE15-920DA135D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597;p36">
            <a:extLst>
              <a:ext uri="{FF2B5EF4-FFF2-40B4-BE49-F238E27FC236}">
                <a16:creationId xmlns:a16="http://schemas.microsoft.com/office/drawing/2014/main" id="{BB46DB77-9A7A-BDF7-CEDF-166EE48CB6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006" y="619929"/>
            <a:ext cx="825150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sz="2800" dirty="0"/>
              <a:t>Residual Analysis &amp; Model Diagnostics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endParaRPr lang="en-US" sz="2800" dirty="0"/>
          </a:p>
        </p:txBody>
      </p:sp>
      <p:sp>
        <p:nvSpPr>
          <p:cNvPr id="1642" name="Google Shape;1485;p34">
            <a:extLst>
              <a:ext uri="{FF2B5EF4-FFF2-40B4-BE49-F238E27FC236}">
                <a16:creationId xmlns:a16="http://schemas.microsoft.com/office/drawing/2014/main" id="{88E4544A-FD13-FDBC-7E75-ECA8E3F6CA6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45794" y="1579764"/>
            <a:ext cx="4355902" cy="4117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n-US" b="1" dirty="0"/>
              <a:t>Visual:</a:t>
            </a:r>
            <a:r>
              <a:rPr lang="en-US" dirty="0"/>
              <a:t> ARIMA or ETS Residual Diagnostic Plots</a:t>
            </a:r>
            <a:endParaRPr sz="1200" dirty="0"/>
          </a:p>
        </p:txBody>
      </p:sp>
      <p:sp>
        <p:nvSpPr>
          <p:cNvPr id="1643" name="Google Shape;1485;p34">
            <a:extLst>
              <a:ext uri="{FF2B5EF4-FFF2-40B4-BE49-F238E27FC236}">
                <a16:creationId xmlns:a16="http://schemas.microsoft.com/office/drawing/2014/main" id="{EBF98E2B-2B36-3EBA-FD17-E196796CFCD0}"/>
              </a:ext>
            </a:extLst>
          </p:cNvPr>
          <p:cNvSpPr txBox="1">
            <a:spLocks/>
          </p:cNvSpPr>
          <p:nvPr/>
        </p:nvSpPr>
        <p:spPr>
          <a:xfrm>
            <a:off x="4812322" y="1991497"/>
            <a:ext cx="3985185" cy="241638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algn="l"/>
            <a:r>
              <a:rPr lang="en-US" sz="1400" b="1" dirty="0"/>
              <a:t>Judgment:</a:t>
            </a:r>
          </a:p>
          <a:p>
            <a:pPr marL="139700" indent="0" algn="l"/>
            <a:r>
              <a:rPr lang="en-US" sz="1400" dirty="0"/>
              <a:t>Examining the ACF of residuals: No significant spikes mean most information is captured.</a:t>
            </a:r>
          </a:p>
          <a:p>
            <a:pPr algn="l"/>
            <a:endParaRPr lang="en-US" sz="1400" dirty="0"/>
          </a:p>
          <a:p>
            <a:pPr algn="l"/>
            <a:r>
              <a:rPr lang="en-US" sz="1400" dirty="0"/>
              <a:t>The histogram should show residuals that are</a:t>
            </a:r>
          </a:p>
          <a:p>
            <a:pPr algn="l"/>
            <a:r>
              <a:rPr lang="en-US" sz="1400" dirty="0"/>
              <a:t>approximately normally distributed. This step</a:t>
            </a:r>
          </a:p>
          <a:p>
            <a:pPr algn="l"/>
            <a:r>
              <a:rPr lang="en-US" sz="1400" dirty="0"/>
              <a:t>validates that the chosen model is</a:t>
            </a:r>
          </a:p>
          <a:p>
            <a:pPr algn="l"/>
            <a:r>
              <a:rPr lang="en-US" sz="1400" dirty="0"/>
              <a:t>statistically adequate.</a:t>
            </a:r>
          </a:p>
          <a:p>
            <a:pPr algn="l"/>
            <a:endParaRPr lang="en-US" sz="1400" dirty="0"/>
          </a:p>
          <a:p>
            <a:pPr algn="l"/>
            <a:endParaRPr lang="en-US" sz="1200" dirty="0"/>
          </a:p>
        </p:txBody>
      </p:sp>
      <p:pic>
        <p:nvPicPr>
          <p:cNvPr id="3" name="Picture 2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89F23E9B-0190-C543-466F-A68289636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152" y="2080844"/>
            <a:ext cx="3985185" cy="2899895"/>
          </a:xfrm>
          <a:prstGeom prst="rect">
            <a:avLst/>
          </a:prstGeom>
        </p:spPr>
      </p:pic>
      <p:grpSp>
        <p:nvGrpSpPr>
          <p:cNvPr id="4" name="Google Shape;1854;p40">
            <a:extLst>
              <a:ext uri="{FF2B5EF4-FFF2-40B4-BE49-F238E27FC236}">
                <a16:creationId xmlns:a16="http://schemas.microsoft.com/office/drawing/2014/main" id="{8773D8FB-0E5B-7588-0DF7-40C42CBDFDC2}"/>
              </a:ext>
            </a:extLst>
          </p:cNvPr>
          <p:cNvGrpSpPr/>
          <p:nvPr/>
        </p:nvGrpSpPr>
        <p:grpSpPr>
          <a:xfrm>
            <a:off x="6601513" y="486507"/>
            <a:ext cx="2131295" cy="1049719"/>
            <a:chOff x="1215228" y="1793716"/>
            <a:chExt cx="1878936" cy="869405"/>
          </a:xfrm>
        </p:grpSpPr>
        <p:sp>
          <p:nvSpPr>
            <p:cNvPr id="5" name="Google Shape;1855;p40">
              <a:extLst>
                <a:ext uri="{FF2B5EF4-FFF2-40B4-BE49-F238E27FC236}">
                  <a16:creationId xmlns:a16="http://schemas.microsoft.com/office/drawing/2014/main" id="{EE4EB6A1-43BE-1F28-DE72-CEAB5514E279}"/>
                </a:ext>
              </a:extLst>
            </p:cNvPr>
            <p:cNvSpPr/>
            <p:nvPr/>
          </p:nvSpPr>
          <p:spPr>
            <a:xfrm>
              <a:off x="1350578" y="2054560"/>
              <a:ext cx="1473070" cy="423414"/>
            </a:xfrm>
            <a:custGeom>
              <a:avLst/>
              <a:gdLst/>
              <a:ahLst/>
              <a:cxnLst/>
              <a:rect l="l" t="t" r="r" b="b"/>
              <a:pathLst>
                <a:path w="28949" h="8321" extrusionOk="0">
                  <a:moveTo>
                    <a:pt x="18096" y="0"/>
                  </a:moveTo>
                  <a:lnTo>
                    <a:pt x="13886" y="5113"/>
                  </a:lnTo>
                  <a:lnTo>
                    <a:pt x="10753" y="3133"/>
                  </a:lnTo>
                  <a:lnTo>
                    <a:pt x="6191" y="7644"/>
                  </a:lnTo>
                  <a:lnTo>
                    <a:pt x="2983" y="5890"/>
                  </a:lnTo>
                  <a:lnTo>
                    <a:pt x="1" y="7995"/>
                  </a:lnTo>
                  <a:lnTo>
                    <a:pt x="251" y="8321"/>
                  </a:lnTo>
                  <a:lnTo>
                    <a:pt x="3008" y="6366"/>
                  </a:lnTo>
                  <a:lnTo>
                    <a:pt x="6267" y="8146"/>
                  </a:lnTo>
                  <a:lnTo>
                    <a:pt x="10803" y="3659"/>
                  </a:lnTo>
                  <a:lnTo>
                    <a:pt x="13961" y="5664"/>
                  </a:lnTo>
                  <a:lnTo>
                    <a:pt x="18096" y="652"/>
                  </a:lnTo>
                  <a:lnTo>
                    <a:pt x="22081" y="5163"/>
                  </a:lnTo>
                  <a:lnTo>
                    <a:pt x="24838" y="3384"/>
                  </a:lnTo>
                  <a:lnTo>
                    <a:pt x="28648" y="7669"/>
                  </a:lnTo>
                  <a:lnTo>
                    <a:pt x="28948" y="7394"/>
                  </a:lnTo>
                  <a:lnTo>
                    <a:pt x="24913" y="2832"/>
                  </a:lnTo>
                  <a:lnTo>
                    <a:pt x="22156" y="4637"/>
                  </a:lnTo>
                  <a:lnTo>
                    <a:pt x="18096" y="0"/>
                  </a:lnTo>
                  <a:close/>
                </a:path>
              </a:pathLst>
            </a:custGeom>
            <a:solidFill>
              <a:srgbClr val="C5D7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856;p40">
              <a:extLst>
                <a:ext uri="{FF2B5EF4-FFF2-40B4-BE49-F238E27FC236}">
                  <a16:creationId xmlns:a16="http://schemas.microsoft.com/office/drawing/2014/main" id="{03D87DCB-D0A1-58A9-8755-7E210440273D}"/>
                </a:ext>
              </a:extLst>
            </p:cNvPr>
            <p:cNvSpPr/>
            <p:nvPr/>
          </p:nvSpPr>
          <p:spPr>
            <a:xfrm>
              <a:off x="2446068" y="2272600"/>
              <a:ext cx="61266" cy="61266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1"/>
                  </a:moveTo>
                  <a:cubicBezTo>
                    <a:pt x="251" y="1"/>
                    <a:pt x="1" y="277"/>
                    <a:pt x="1" y="602"/>
                  </a:cubicBezTo>
                  <a:cubicBezTo>
                    <a:pt x="1" y="953"/>
                    <a:pt x="251" y="1204"/>
                    <a:pt x="602" y="1204"/>
                  </a:cubicBezTo>
                  <a:cubicBezTo>
                    <a:pt x="928" y="1204"/>
                    <a:pt x="1204" y="953"/>
                    <a:pt x="1204" y="602"/>
                  </a:cubicBezTo>
                  <a:cubicBezTo>
                    <a:pt x="1204" y="277"/>
                    <a:pt x="928" y="1"/>
                    <a:pt x="6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857;p40">
              <a:extLst>
                <a:ext uri="{FF2B5EF4-FFF2-40B4-BE49-F238E27FC236}">
                  <a16:creationId xmlns:a16="http://schemas.microsoft.com/office/drawing/2014/main" id="{9C754908-A89A-F257-AAA7-FFF5551FDFD7}"/>
                </a:ext>
              </a:extLst>
            </p:cNvPr>
            <p:cNvSpPr/>
            <p:nvPr/>
          </p:nvSpPr>
          <p:spPr>
            <a:xfrm>
              <a:off x="2583811" y="2176988"/>
              <a:ext cx="61266" cy="61266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0"/>
                  </a:moveTo>
                  <a:cubicBezTo>
                    <a:pt x="276" y="0"/>
                    <a:pt x="1" y="276"/>
                    <a:pt x="1" y="602"/>
                  </a:cubicBezTo>
                  <a:cubicBezTo>
                    <a:pt x="1" y="927"/>
                    <a:pt x="276" y="1203"/>
                    <a:pt x="602" y="1203"/>
                  </a:cubicBezTo>
                  <a:cubicBezTo>
                    <a:pt x="928" y="1203"/>
                    <a:pt x="1204" y="927"/>
                    <a:pt x="1204" y="602"/>
                  </a:cubicBezTo>
                  <a:cubicBezTo>
                    <a:pt x="1204" y="276"/>
                    <a:pt x="928" y="0"/>
                    <a:pt x="6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858;p40">
              <a:extLst>
                <a:ext uri="{FF2B5EF4-FFF2-40B4-BE49-F238E27FC236}">
                  <a16:creationId xmlns:a16="http://schemas.microsoft.com/office/drawing/2014/main" id="{70CEA504-375C-6F9E-0527-55FD18A6B117}"/>
                </a:ext>
              </a:extLst>
            </p:cNvPr>
            <p:cNvSpPr/>
            <p:nvPr/>
          </p:nvSpPr>
          <p:spPr>
            <a:xfrm>
              <a:off x="2240749" y="2040516"/>
              <a:ext cx="61266" cy="61266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0"/>
                  </a:moveTo>
                  <a:cubicBezTo>
                    <a:pt x="276" y="0"/>
                    <a:pt x="1" y="276"/>
                    <a:pt x="1" y="602"/>
                  </a:cubicBezTo>
                  <a:cubicBezTo>
                    <a:pt x="1" y="928"/>
                    <a:pt x="276" y="1203"/>
                    <a:pt x="602" y="1203"/>
                  </a:cubicBezTo>
                  <a:cubicBezTo>
                    <a:pt x="928" y="1203"/>
                    <a:pt x="1204" y="928"/>
                    <a:pt x="1204" y="602"/>
                  </a:cubicBezTo>
                  <a:cubicBezTo>
                    <a:pt x="1204" y="276"/>
                    <a:pt x="928" y="0"/>
                    <a:pt x="6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859;p40">
              <a:extLst>
                <a:ext uri="{FF2B5EF4-FFF2-40B4-BE49-F238E27FC236}">
                  <a16:creationId xmlns:a16="http://schemas.microsoft.com/office/drawing/2014/main" id="{3FFB36AD-57AB-643C-4109-7498383C5D1E}"/>
                </a:ext>
              </a:extLst>
            </p:cNvPr>
            <p:cNvSpPr/>
            <p:nvPr/>
          </p:nvSpPr>
          <p:spPr>
            <a:xfrm>
              <a:off x="2036703" y="2290460"/>
              <a:ext cx="61266" cy="61266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1"/>
                  </a:moveTo>
                  <a:cubicBezTo>
                    <a:pt x="251" y="1"/>
                    <a:pt x="1" y="251"/>
                    <a:pt x="1" y="602"/>
                  </a:cubicBezTo>
                  <a:cubicBezTo>
                    <a:pt x="1" y="928"/>
                    <a:pt x="251" y="1204"/>
                    <a:pt x="602" y="1204"/>
                  </a:cubicBezTo>
                  <a:cubicBezTo>
                    <a:pt x="928" y="1204"/>
                    <a:pt x="1204" y="928"/>
                    <a:pt x="1204" y="602"/>
                  </a:cubicBezTo>
                  <a:cubicBezTo>
                    <a:pt x="1204" y="251"/>
                    <a:pt x="928" y="1"/>
                    <a:pt x="6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860;p40">
              <a:extLst>
                <a:ext uri="{FF2B5EF4-FFF2-40B4-BE49-F238E27FC236}">
                  <a16:creationId xmlns:a16="http://schemas.microsoft.com/office/drawing/2014/main" id="{46A13D6E-6602-7DA4-6C6E-E9FC8D0628E0}"/>
                </a:ext>
              </a:extLst>
            </p:cNvPr>
            <p:cNvSpPr/>
            <p:nvPr/>
          </p:nvSpPr>
          <p:spPr>
            <a:xfrm>
              <a:off x="1870922" y="2207569"/>
              <a:ext cx="61266" cy="61266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1"/>
                  </a:moveTo>
                  <a:cubicBezTo>
                    <a:pt x="276" y="1"/>
                    <a:pt x="0" y="251"/>
                    <a:pt x="0" y="602"/>
                  </a:cubicBezTo>
                  <a:cubicBezTo>
                    <a:pt x="0" y="928"/>
                    <a:pt x="276" y="1204"/>
                    <a:pt x="602" y="1204"/>
                  </a:cubicBezTo>
                  <a:cubicBezTo>
                    <a:pt x="953" y="1204"/>
                    <a:pt x="1203" y="928"/>
                    <a:pt x="1203" y="602"/>
                  </a:cubicBezTo>
                  <a:cubicBezTo>
                    <a:pt x="1203" y="251"/>
                    <a:pt x="953" y="1"/>
                    <a:pt x="6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861;p40">
              <a:extLst>
                <a:ext uri="{FF2B5EF4-FFF2-40B4-BE49-F238E27FC236}">
                  <a16:creationId xmlns:a16="http://schemas.microsoft.com/office/drawing/2014/main" id="{DE92AE77-F723-BF2F-08A3-BF445419820E}"/>
                </a:ext>
              </a:extLst>
            </p:cNvPr>
            <p:cNvSpPr/>
            <p:nvPr/>
          </p:nvSpPr>
          <p:spPr>
            <a:xfrm>
              <a:off x="1645198" y="2424388"/>
              <a:ext cx="61266" cy="61266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0"/>
                  </a:moveTo>
                  <a:cubicBezTo>
                    <a:pt x="251" y="0"/>
                    <a:pt x="0" y="251"/>
                    <a:pt x="0" y="602"/>
                  </a:cubicBezTo>
                  <a:cubicBezTo>
                    <a:pt x="0" y="928"/>
                    <a:pt x="251" y="1203"/>
                    <a:pt x="602" y="1203"/>
                  </a:cubicBezTo>
                  <a:cubicBezTo>
                    <a:pt x="928" y="1203"/>
                    <a:pt x="1203" y="928"/>
                    <a:pt x="1203" y="602"/>
                  </a:cubicBezTo>
                  <a:cubicBezTo>
                    <a:pt x="1203" y="251"/>
                    <a:pt x="928" y="0"/>
                    <a:pt x="6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862;p40">
              <a:extLst>
                <a:ext uri="{FF2B5EF4-FFF2-40B4-BE49-F238E27FC236}">
                  <a16:creationId xmlns:a16="http://schemas.microsoft.com/office/drawing/2014/main" id="{039066BA-FF16-664A-4AF3-E219E3FD84FE}"/>
                </a:ext>
              </a:extLst>
            </p:cNvPr>
            <p:cNvSpPr/>
            <p:nvPr/>
          </p:nvSpPr>
          <p:spPr>
            <a:xfrm>
              <a:off x="1481961" y="2333813"/>
              <a:ext cx="61266" cy="61266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1"/>
                  </a:moveTo>
                  <a:cubicBezTo>
                    <a:pt x="276" y="1"/>
                    <a:pt x="0" y="277"/>
                    <a:pt x="0" y="602"/>
                  </a:cubicBezTo>
                  <a:cubicBezTo>
                    <a:pt x="0" y="928"/>
                    <a:pt x="276" y="1204"/>
                    <a:pt x="602" y="1204"/>
                  </a:cubicBezTo>
                  <a:cubicBezTo>
                    <a:pt x="953" y="1204"/>
                    <a:pt x="1203" y="928"/>
                    <a:pt x="1203" y="602"/>
                  </a:cubicBezTo>
                  <a:cubicBezTo>
                    <a:pt x="1203" y="277"/>
                    <a:pt x="953" y="1"/>
                    <a:pt x="6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863;p40">
              <a:extLst>
                <a:ext uri="{FF2B5EF4-FFF2-40B4-BE49-F238E27FC236}">
                  <a16:creationId xmlns:a16="http://schemas.microsoft.com/office/drawing/2014/main" id="{ED650F8A-6F49-52BB-48B2-6344DDBAD65C}"/>
                </a:ext>
              </a:extLst>
            </p:cNvPr>
            <p:cNvSpPr/>
            <p:nvPr/>
          </p:nvSpPr>
          <p:spPr>
            <a:xfrm>
              <a:off x="1326357" y="2424388"/>
              <a:ext cx="61266" cy="61266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0"/>
                  </a:moveTo>
                  <a:cubicBezTo>
                    <a:pt x="276" y="0"/>
                    <a:pt x="1" y="251"/>
                    <a:pt x="1" y="602"/>
                  </a:cubicBezTo>
                  <a:cubicBezTo>
                    <a:pt x="1" y="928"/>
                    <a:pt x="276" y="1203"/>
                    <a:pt x="602" y="1203"/>
                  </a:cubicBezTo>
                  <a:cubicBezTo>
                    <a:pt x="928" y="1203"/>
                    <a:pt x="1204" y="928"/>
                    <a:pt x="1204" y="602"/>
                  </a:cubicBezTo>
                  <a:cubicBezTo>
                    <a:pt x="1204" y="251"/>
                    <a:pt x="928" y="0"/>
                    <a:pt x="6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864;p40">
              <a:extLst>
                <a:ext uri="{FF2B5EF4-FFF2-40B4-BE49-F238E27FC236}">
                  <a16:creationId xmlns:a16="http://schemas.microsoft.com/office/drawing/2014/main" id="{F4865D5D-C15C-DBF3-6286-27DCB1D9A8D1}"/>
                </a:ext>
              </a:extLst>
            </p:cNvPr>
            <p:cNvSpPr/>
            <p:nvPr/>
          </p:nvSpPr>
          <p:spPr>
            <a:xfrm>
              <a:off x="2788711" y="2400163"/>
              <a:ext cx="61266" cy="61266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0"/>
                  </a:moveTo>
                  <a:cubicBezTo>
                    <a:pt x="276" y="0"/>
                    <a:pt x="1" y="276"/>
                    <a:pt x="1" y="602"/>
                  </a:cubicBezTo>
                  <a:cubicBezTo>
                    <a:pt x="1" y="927"/>
                    <a:pt x="276" y="1203"/>
                    <a:pt x="602" y="1203"/>
                  </a:cubicBezTo>
                  <a:cubicBezTo>
                    <a:pt x="928" y="1203"/>
                    <a:pt x="1204" y="927"/>
                    <a:pt x="1204" y="602"/>
                  </a:cubicBezTo>
                  <a:cubicBezTo>
                    <a:pt x="1204" y="276"/>
                    <a:pt x="928" y="0"/>
                    <a:pt x="6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865;p40">
              <a:extLst>
                <a:ext uri="{FF2B5EF4-FFF2-40B4-BE49-F238E27FC236}">
                  <a16:creationId xmlns:a16="http://schemas.microsoft.com/office/drawing/2014/main" id="{9841677D-222B-57A0-6C02-4155F7ADCE6D}"/>
                </a:ext>
              </a:extLst>
            </p:cNvPr>
            <p:cNvSpPr/>
            <p:nvPr/>
          </p:nvSpPr>
          <p:spPr>
            <a:xfrm>
              <a:off x="1350578" y="1807760"/>
              <a:ext cx="1473070" cy="423414"/>
            </a:xfrm>
            <a:custGeom>
              <a:avLst/>
              <a:gdLst/>
              <a:ahLst/>
              <a:cxnLst/>
              <a:rect l="l" t="t" r="r" b="b"/>
              <a:pathLst>
                <a:path w="28949" h="8321" extrusionOk="0">
                  <a:moveTo>
                    <a:pt x="18096" y="0"/>
                  </a:moveTo>
                  <a:lnTo>
                    <a:pt x="13886" y="5113"/>
                  </a:lnTo>
                  <a:lnTo>
                    <a:pt x="10753" y="3133"/>
                  </a:lnTo>
                  <a:lnTo>
                    <a:pt x="6191" y="7644"/>
                  </a:lnTo>
                  <a:lnTo>
                    <a:pt x="2983" y="5890"/>
                  </a:lnTo>
                  <a:lnTo>
                    <a:pt x="1" y="7995"/>
                  </a:lnTo>
                  <a:lnTo>
                    <a:pt x="251" y="8321"/>
                  </a:lnTo>
                  <a:lnTo>
                    <a:pt x="3008" y="6366"/>
                  </a:lnTo>
                  <a:lnTo>
                    <a:pt x="6267" y="8146"/>
                  </a:lnTo>
                  <a:lnTo>
                    <a:pt x="10803" y="3659"/>
                  </a:lnTo>
                  <a:lnTo>
                    <a:pt x="13961" y="5664"/>
                  </a:lnTo>
                  <a:lnTo>
                    <a:pt x="18096" y="652"/>
                  </a:lnTo>
                  <a:lnTo>
                    <a:pt x="22081" y="5163"/>
                  </a:lnTo>
                  <a:lnTo>
                    <a:pt x="24838" y="3384"/>
                  </a:lnTo>
                  <a:lnTo>
                    <a:pt x="28648" y="7669"/>
                  </a:lnTo>
                  <a:lnTo>
                    <a:pt x="28948" y="7394"/>
                  </a:lnTo>
                  <a:lnTo>
                    <a:pt x="24913" y="2832"/>
                  </a:lnTo>
                  <a:lnTo>
                    <a:pt x="22156" y="4637"/>
                  </a:lnTo>
                  <a:lnTo>
                    <a:pt x="1809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866;p40">
              <a:extLst>
                <a:ext uri="{FF2B5EF4-FFF2-40B4-BE49-F238E27FC236}">
                  <a16:creationId xmlns:a16="http://schemas.microsoft.com/office/drawing/2014/main" id="{B6E3BE5C-BA4C-EF04-A28F-1BF7F927F86C}"/>
                </a:ext>
              </a:extLst>
            </p:cNvPr>
            <p:cNvSpPr/>
            <p:nvPr/>
          </p:nvSpPr>
          <p:spPr>
            <a:xfrm>
              <a:off x="2446068" y="2025800"/>
              <a:ext cx="61266" cy="61266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1"/>
                  </a:moveTo>
                  <a:cubicBezTo>
                    <a:pt x="251" y="1"/>
                    <a:pt x="1" y="277"/>
                    <a:pt x="1" y="602"/>
                  </a:cubicBezTo>
                  <a:cubicBezTo>
                    <a:pt x="1" y="953"/>
                    <a:pt x="251" y="1204"/>
                    <a:pt x="602" y="1204"/>
                  </a:cubicBezTo>
                  <a:cubicBezTo>
                    <a:pt x="928" y="1204"/>
                    <a:pt x="1204" y="953"/>
                    <a:pt x="1204" y="602"/>
                  </a:cubicBezTo>
                  <a:cubicBezTo>
                    <a:pt x="1204" y="277"/>
                    <a:pt x="928" y="1"/>
                    <a:pt x="6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67;p40">
              <a:extLst>
                <a:ext uri="{FF2B5EF4-FFF2-40B4-BE49-F238E27FC236}">
                  <a16:creationId xmlns:a16="http://schemas.microsoft.com/office/drawing/2014/main" id="{87194D5F-4B07-9375-D8FF-29AB162C21A6}"/>
                </a:ext>
              </a:extLst>
            </p:cNvPr>
            <p:cNvSpPr/>
            <p:nvPr/>
          </p:nvSpPr>
          <p:spPr>
            <a:xfrm>
              <a:off x="2583811" y="1930188"/>
              <a:ext cx="61266" cy="61266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0"/>
                  </a:moveTo>
                  <a:cubicBezTo>
                    <a:pt x="276" y="0"/>
                    <a:pt x="1" y="276"/>
                    <a:pt x="1" y="602"/>
                  </a:cubicBezTo>
                  <a:cubicBezTo>
                    <a:pt x="1" y="927"/>
                    <a:pt x="276" y="1203"/>
                    <a:pt x="602" y="1203"/>
                  </a:cubicBezTo>
                  <a:cubicBezTo>
                    <a:pt x="928" y="1203"/>
                    <a:pt x="1204" y="927"/>
                    <a:pt x="1204" y="602"/>
                  </a:cubicBezTo>
                  <a:cubicBezTo>
                    <a:pt x="1204" y="276"/>
                    <a:pt x="928" y="0"/>
                    <a:pt x="6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868;p40">
              <a:extLst>
                <a:ext uri="{FF2B5EF4-FFF2-40B4-BE49-F238E27FC236}">
                  <a16:creationId xmlns:a16="http://schemas.microsoft.com/office/drawing/2014/main" id="{3EC84C77-B90B-3F78-82BD-52E87136C475}"/>
                </a:ext>
              </a:extLst>
            </p:cNvPr>
            <p:cNvSpPr/>
            <p:nvPr/>
          </p:nvSpPr>
          <p:spPr>
            <a:xfrm>
              <a:off x="2240749" y="1793716"/>
              <a:ext cx="61266" cy="61266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0"/>
                  </a:moveTo>
                  <a:cubicBezTo>
                    <a:pt x="276" y="0"/>
                    <a:pt x="1" y="276"/>
                    <a:pt x="1" y="602"/>
                  </a:cubicBezTo>
                  <a:cubicBezTo>
                    <a:pt x="1" y="928"/>
                    <a:pt x="276" y="1203"/>
                    <a:pt x="602" y="1203"/>
                  </a:cubicBezTo>
                  <a:cubicBezTo>
                    <a:pt x="928" y="1203"/>
                    <a:pt x="1204" y="928"/>
                    <a:pt x="1204" y="602"/>
                  </a:cubicBezTo>
                  <a:cubicBezTo>
                    <a:pt x="1204" y="276"/>
                    <a:pt x="928" y="0"/>
                    <a:pt x="6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869;p40">
              <a:extLst>
                <a:ext uri="{FF2B5EF4-FFF2-40B4-BE49-F238E27FC236}">
                  <a16:creationId xmlns:a16="http://schemas.microsoft.com/office/drawing/2014/main" id="{F38FBA27-E36B-103C-E3AF-FA9764F2CACE}"/>
                </a:ext>
              </a:extLst>
            </p:cNvPr>
            <p:cNvSpPr/>
            <p:nvPr/>
          </p:nvSpPr>
          <p:spPr>
            <a:xfrm>
              <a:off x="2036703" y="2043660"/>
              <a:ext cx="61266" cy="61266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1"/>
                  </a:moveTo>
                  <a:cubicBezTo>
                    <a:pt x="251" y="1"/>
                    <a:pt x="1" y="251"/>
                    <a:pt x="1" y="602"/>
                  </a:cubicBezTo>
                  <a:cubicBezTo>
                    <a:pt x="1" y="928"/>
                    <a:pt x="251" y="1204"/>
                    <a:pt x="602" y="1204"/>
                  </a:cubicBezTo>
                  <a:cubicBezTo>
                    <a:pt x="928" y="1204"/>
                    <a:pt x="1204" y="928"/>
                    <a:pt x="1204" y="602"/>
                  </a:cubicBezTo>
                  <a:cubicBezTo>
                    <a:pt x="1204" y="251"/>
                    <a:pt x="928" y="1"/>
                    <a:pt x="6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870;p40">
              <a:extLst>
                <a:ext uri="{FF2B5EF4-FFF2-40B4-BE49-F238E27FC236}">
                  <a16:creationId xmlns:a16="http://schemas.microsoft.com/office/drawing/2014/main" id="{460A854A-209A-7EC3-3DD4-523E0C6BD0C1}"/>
                </a:ext>
              </a:extLst>
            </p:cNvPr>
            <p:cNvSpPr/>
            <p:nvPr/>
          </p:nvSpPr>
          <p:spPr>
            <a:xfrm>
              <a:off x="1870922" y="1960769"/>
              <a:ext cx="61266" cy="61266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1"/>
                  </a:moveTo>
                  <a:cubicBezTo>
                    <a:pt x="276" y="1"/>
                    <a:pt x="0" y="251"/>
                    <a:pt x="0" y="602"/>
                  </a:cubicBezTo>
                  <a:cubicBezTo>
                    <a:pt x="0" y="928"/>
                    <a:pt x="276" y="1204"/>
                    <a:pt x="602" y="1204"/>
                  </a:cubicBezTo>
                  <a:cubicBezTo>
                    <a:pt x="953" y="1204"/>
                    <a:pt x="1203" y="928"/>
                    <a:pt x="1203" y="602"/>
                  </a:cubicBezTo>
                  <a:cubicBezTo>
                    <a:pt x="1203" y="251"/>
                    <a:pt x="953" y="1"/>
                    <a:pt x="6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871;p40">
              <a:extLst>
                <a:ext uri="{FF2B5EF4-FFF2-40B4-BE49-F238E27FC236}">
                  <a16:creationId xmlns:a16="http://schemas.microsoft.com/office/drawing/2014/main" id="{B702AC9D-6C7C-756E-9CFB-0F394F87C0CB}"/>
                </a:ext>
              </a:extLst>
            </p:cNvPr>
            <p:cNvSpPr/>
            <p:nvPr/>
          </p:nvSpPr>
          <p:spPr>
            <a:xfrm>
              <a:off x="1645198" y="2177588"/>
              <a:ext cx="61266" cy="61266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0"/>
                  </a:moveTo>
                  <a:cubicBezTo>
                    <a:pt x="251" y="0"/>
                    <a:pt x="0" y="251"/>
                    <a:pt x="0" y="602"/>
                  </a:cubicBezTo>
                  <a:cubicBezTo>
                    <a:pt x="0" y="928"/>
                    <a:pt x="251" y="1203"/>
                    <a:pt x="602" y="1203"/>
                  </a:cubicBezTo>
                  <a:cubicBezTo>
                    <a:pt x="928" y="1203"/>
                    <a:pt x="1203" y="928"/>
                    <a:pt x="1203" y="602"/>
                  </a:cubicBezTo>
                  <a:cubicBezTo>
                    <a:pt x="1203" y="251"/>
                    <a:pt x="928" y="0"/>
                    <a:pt x="6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872;p40">
              <a:extLst>
                <a:ext uri="{FF2B5EF4-FFF2-40B4-BE49-F238E27FC236}">
                  <a16:creationId xmlns:a16="http://schemas.microsoft.com/office/drawing/2014/main" id="{E040CE6B-9F2B-93D5-0568-A7DCD0B324A5}"/>
                </a:ext>
              </a:extLst>
            </p:cNvPr>
            <p:cNvSpPr/>
            <p:nvPr/>
          </p:nvSpPr>
          <p:spPr>
            <a:xfrm>
              <a:off x="1481961" y="2087013"/>
              <a:ext cx="61266" cy="61266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1"/>
                  </a:moveTo>
                  <a:cubicBezTo>
                    <a:pt x="276" y="1"/>
                    <a:pt x="0" y="277"/>
                    <a:pt x="0" y="602"/>
                  </a:cubicBezTo>
                  <a:cubicBezTo>
                    <a:pt x="0" y="928"/>
                    <a:pt x="276" y="1204"/>
                    <a:pt x="602" y="1204"/>
                  </a:cubicBezTo>
                  <a:cubicBezTo>
                    <a:pt x="953" y="1204"/>
                    <a:pt x="1203" y="928"/>
                    <a:pt x="1203" y="602"/>
                  </a:cubicBezTo>
                  <a:cubicBezTo>
                    <a:pt x="1203" y="277"/>
                    <a:pt x="953" y="1"/>
                    <a:pt x="6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873;p40">
              <a:extLst>
                <a:ext uri="{FF2B5EF4-FFF2-40B4-BE49-F238E27FC236}">
                  <a16:creationId xmlns:a16="http://schemas.microsoft.com/office/drawing/2014/main" id="{F56A63CB-170F-BF4B-BCE3-D2291EC8AF4E}"/>
                </a:ext>
              </a:extLst>
            </p:cNvPr>
            <p:cNvSpPr/>
            <p:nvPr/>
          </p:nvSpPr>
          <p:spPr>
            <a:xfrm>
              <a:off x="2788711" y="2153363"/>
              <a:ext cx="61266" cy="61266"/>
            </a:xfrm>
            <a:custGeom>
              <a:avLst/>
              <a:gdLst/>
              <a:ahLst/>
              <a:cxnLst/>
              <a:rect l="l" t="t" r="r" b="b"/>
              <a:pathLst>
                <a:path w="1204" h="1204" extrusionOk="0">
                  <a:moveTo>
                    <a:pt x="602" y="0"/>
                  </a:moveTo>
                  <a:cubicBezTo>
                    <a:pt x="276" y="0"/>
                    <a:pt x="1" y="276"/>
                    <a:pt x="1" y="602"/>
                  </a:cubicBezTo>
                  <a:cubicBezTo>
                    <a:pt x="1" y="927"/>
                    <a:pt x="276" y="1203"/>
                    <a:pt x="602" y="1203"/>
                  </a:cubicBezTo>
                  <a:cubicBezTo>
                    <a:pt x="928" y="1203"/>
                    <a:pt x="1204" y="927"/>
                    <a:pt x="1204" y="602"/>
                  </a:cubicBezTo>
                  <a:cubicBezTo>
                    <a:pt x="1204" y="276"/>
                    <a:pt x="928" y="0"/>
                    <a:pt x="6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874;p40">
              <a:extLst>
                <a:ext uri="{FF2B5EF4-FFF2-40B4-BE49-F238E27FC236}">
                  <a16:creationId xmlns:a16="http://schemas.microsoft.com/office/drawing/2014/main" id="{7378BA36-3C11-3979-9335-C4F95CC9EF2F}"/>
                </a:ext>
              </a:extLst>
            </p:cNvPr>
            <p:cNvSpPr/>
            <p:nvPr/>
          </p:nvSpPr>
          <p:spPr>
            <a:xfrm>
              <a:off x="1215228" y="1869398"/>
              <a:ext cx="1878936" cy="793723"/>
            </a:xfrm>
            <a:custGeom>
              <a:avLst/>
              <a:gdLst/>
              <a:ahLst/>
              <a:cxnLst/>
              <a:rect l="l" t="t" r="r" b="b"/>
              <a:pathLst>
                <a:path w="26818" h="11330" extrusionOk="0">
                  <a:moveTo>
                    <a:pt x="1" y="1"/>
                  </a:moveTo>
                  <a:lnTo>
                    <a:pt x="1" y="11329"/>
                  </a:lnTo>
                  <a:lnTo>
                    <a:pt x="26818" y="11329"/>
                  </a:lnTo>
                  <a:lnTo>
                    <a:pt x="26818" y="10928"/>
                  </a:lnTo>
                  <a:lnTo>
                    <a:pt x="427" y="10928"/>
                  </a:lnTo>
                  <a:lnTo>
                    <a:pt x="4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49235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>
          <a:extLst>
            <a:ext uri="{FF2B5EF4-FFF2-40B4-BE49-F238E27FC236}">
              <a16:creationId xmlns:a16="http://schemas.microsoft.com/office/drawing/2014/main" id="{DBFCB194-29E3-161D-9A1A-133BFDB0A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597;p36">
            <a:extLst>
              <a:ext uri="{FF2B5EF4-FFF2-40B4-BE49-F238E27FC236}">
                <a16:creationId xmlns:a16="http://schemas.microsoft.com/office/drawing/2014/main" id="{D13D7F5B-97CB-2F29-7D82-68764DB0D7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006" y="619929"/>
            <a:ext cx="825150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sz="2800" dirty="0"/>
              <a:t>Final Model Selection &amp; Recommendation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endParaRPr lang="en-US" sz="2800" dirty="0"/>
          </a:p>
        </p:txBody>
      </p:sp>
      <p:sp>
        <p:nvSpPr>
          <p:cNvPr id="1642" name="Google Shape;1485;p34">
            <a:extLst>
              <a:ext uri="{FF2B5EF4-FFF2-40B4-BE49-F238E27FC236}">
                <a16:creationId xmlns:a16="http://schemas.microsoft.com/office/drawing/2014/main" id="{F57D01AF-C4DA-F475-566B-A848DFD351E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0949" y="1515287"/>
            <a:ext cx="5932266" cy="4117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b="1" dirty="0"/>
              <a:t>Recommended Model:</a:t>
            </a:r>
            <a:r>
              <a:rPr lang="en-US" dirty="0"/>
              <a:t> ETS (Error, Trend, Seasonality) Model</a:t>
            </a:r>
          </a:p>
        </p:txBody>
      </p:sp>
      <p:sp>
        <p:nvSpPr>
          <p:cNvPr id="1643" name="Google Shape;1485;p34">
            <a:extLst>
              <a:ext uri="{FF2B5EF4-FFF2-40B4-BE49-F238E27FC236}">
                <a16:creationId xmlns:a16="http://schemas.microsoft.com/office/drawing/2014/main" id="{7524BEB2-C718-D69C-89D5-3E18C59DBC0E}"/>
              </a:ext>
            </a:extLst>
          </p:cNvPr>
          <p:cNvSpPr txBox="1">
            <a:spLocks/>
          </p:cNvSpPr>
          <p:nvPr/>
        </p:nvSpPr>
        <p:spPr>
          <a:xfrm>
            <a:off x="450948" y="2557094"/>
            <a:ext cx="5932266" cy="247424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marL="139700" indent="0" algn="l"/>
            <a:r>
              <a:rPr lang="en-US" sz="1400" b="1" dirty="0"/>
              <a:t>Performance:</a:t>
            </a:r>
            <a:r>
              <a:rPr lang="en-US" sz="1400" dirty="0"/>
              <a:t> Based on the ”accuracy()” function outputs, the ETS model</a:t>
            </a:r>
          </a:p>
          <a:p>
            <a:pPr marL="139700" indent="0" algn="l"/>
            <a:r>
              <a:rPr lang="en-US" sz="1400" dirty="0"/>
              <a:t>likely achieved the lowest error metrics (RMSE, MASE) on the historical</a:t>
            </a:r>
          </a:p>
          <a:p>
            <a:pPr marL="139700" indent="0" algn="l"/>
            <a:r>
              <a:rPr lang="en-US" sz="1400" dirty="0"/>
              <a:t>data.</a:t>
            </a:r>
            <a:br>
              <a:rPr lang="en-US" sz="1400" dirty="0"/>
            </a:br>
            <a:endParaRPr lang="en-US" sz="1400" dirty="0"/>
          </a:p>
          <a:p>
            <a:pPr marL="139700" indent="0" algn="l"/>
            <a:r>
              <a:rPr lang="en-US" sz="1400" b="1" dirty="0"/>
              <a:t>Flexibility:</a:t>
            </a:r>
            <a:r>
              <a:rPr lang="en-US" sz="1400" dirty="0"/>
              <a:t> The ETS framework automatically selects the best model type</a:t>
            </a:r>
          </a:p>
          <a:p>
            <a:pPr marL="139700" indent="0" algn="l"/>
            <a:r>
              <a:rPr lang="en-US" sz="1400" dirty="0"/>
              <a:t>(e.g., with/without trend, with/without seasonality) based on the data’s</a:t>
            </a:r>
          </a:p>
          <a:p>
            <a:pPr marL="139700" indent="0" algn="l"/>
            <a:r>
              <a:rPr lang="en-US" sz="1400" dirty="0"/>
              <a:t>characteristics.</a:t>
            </a:r>
            <a:br>
              <a:rPr lang="en-US" sz="1400" dirty="0"/>
            </a:br>
            <a:endParaRPr lang="en-US" sz="1400" dirty="0"/>
          </a:p>
          <a:p>
            <a:pPr marL="139700" indent="0" algn="l"/>
            <a:r>
              <a:rPr lang="en-US" sz="1400" b="1" dirty="0"/>
              <a:t>Robustness:</a:t>
            </a:r>
            <a:r>
              <a:rPr lang="en-US" sz="1400" dirty="0"/>
              <a:t> It effectively handles the trend and any potential seasonality in the series, providing a more reliable forecast than simpler methods.</a:t>
            </a:r>
          </a:p>
          <a:p>
            <a:pPr algn="l"/>
            <a:endParaRPr lang="en-US" sz="1200" dirty="0"/>
          </a:p>
        </p:txBody>
      </p:sp>
      <p:grpSp>
        <p:nvGrpSpPr>
          <p:cNvPr id="2" name="Google Shape;1915;p41">
            <a:extLst>
              <a:ext uri="{FF2B5EF4-FFF2-40B4-BE49-F238E27FC236}">
                <a16:creationId xmlns:a16="http://schemas.microsoft.com/office/drawing/2014/main" id="{1D8F259C-F160-8246-CE93-C0A1AD94ED1E}"/>
              </a:ext>
            </a:extLst>
          </p:cNvPr>
          <p:cNvGrpSpPr/>
          <p:nvPr/>
        </p:nvGrpSpPr>
        <p:grpSpPr>
          <a:xfrm rot="16200000">
            <a:off x="6699679" y="2344676"/>
            <a:ext cx="2620227" cy="1260230"/>
            <a:chOff x="4984402" y="2655325"/>
            <a:chExt cx="1361282" cy="694501"/>
          </a:xfrm>
        </p:grpSpPr>
        <p:grpSp>
          <p:nvGrpSpPr>
            <p:cNvPr id="23" name="Google Shape;1916;p41">
              <a:extLst>
                <a:ext uri="{FF2B5EF4-FFF2-40B4-BE49-F238E27FC236}">
                  <a16:creationId xmlns:a16="http://schemas.microsoft.com/office/drawing/2014/main" id="{D702C669-1A87-54EE-0890-154FF4A317D2}"/>
                </a:ext>
              </a:extLst>
            </p:cNvPr>
            <p:cNvGrpSpPr/>
            <p:nvPr/>
          </p:nvGrpSpPr>
          <p:grpSpPr>
            <a:xfrm>
              <a:off x="5071009" y="2720922"/>
              <a:ext cx="1055066" cy="540857"/>
              <a:chOff x="6922107" y="2182622"/>
              <a:chExt cx="1662306" cy="1441517"/>
            </a:xfrm>
          </p:grpSpPr>
          <p:sp>
            <p:nvSpPr>
              <p:cNvPr id="25" name="Google Shape;1917;p41">
                <a:extLst>
                  <a:ext uri="{FF2B5EF4-FFF2-40B4-BE49-F238E27FC236}">
                    <a16:creationId xmlns:a16="http://schemas.microsoft.com/office/drawing/2014/main" id="{32591FFE-2FE1-9365-3938-DDD7F9DC37CB}"/>
                  </a:ext>
                </a:extLst>
              </p:cNvPr>
              <p:cNvSpPr/>
              <p:nvPr/>
            </p:nvSpPr>
            <p:spPr>
              <a:xfrm>
                <a:off x="6924246" y="2182622"/>
                <a:ext cx="482671" cy="238169"/>
              </a:xfrm>
              <a:custGeom>
                <a:avLst/>
                <a:gdLst/>
                <a:ahLst/>
                <a:cxnLst/>
                <a:rect l="l" t="t" r="r" b="b"/>
                <a:pathLst>
                  <a:path w="5640" h="2783" extrusionOk="0">
                    <a:moveTo>
                      <a:pt x="0" y="1"/>
                    </a:moveTo>
                    <a:lnTo>
                      <a:pt x="0" y="2758"/>
                    </a:lnTo>
                    <a:lnTo>
                      <a:pt x="5639" y="2783"/>
                    </a:lnTo>
                    <a:lnTo>
                      <a:pt x="563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1918;p41">
                <a:extLst>
                  <a:ext uri="{FF2B5EF4-FFF2-40B4-BE49-F238E27FC236}">
                    <a16:creationId xmlns:a16="http://schemas.microsoft.com/office/drawing/2014/main" id="{32AC6C35-4930-D3AF-35D0-11D2F2BA8F4C}"/>
                  </a:ext>
                </a:extLst>
              </p:cNvPr>
              <p:cNvSpPr/>
              <p:nvPr/>
            </p:nvSpPr>
            <p:spPr>
              <a:xfrm>
                <a:off x="6922107" y="2472226"/>
                <a:ext cx="1340611" cy="240309"/>
              </a:xfrm>
              <a:custGeom>
                <a:avLst/>
                <a:gdLst/>
                <a:ahLst/>
                <a:cxnLst/>
                <a:rect l="l" t="t" r="r" b="b"/>
                <a:pathLst>
                  <a:path w="15665" h="2808" extrusionOk="0">
                    <a:moveTo>
                      <a:pt x="25" y="0"/>
                    </a:moveTo>
                    <a:lnTo>
                      <a:pt x="0" y="2757"/>
                    </a:lnTo>
                    <a:lnTo>
                      <a:pt x="15664" y="2807"/>
                    </a:lnTo>
                    <a:lnTo>
                      <a:pt x="15664" y="25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1919;p41">
                <a:extLst>
                  <a:ext uri="{FF2B5EF4-FFF2-40B4-BE49-F238E27FC236}">
                    <a16:creationId xmlns:a16="http://schemas.microsoft.com/office/drawing/2014/main" id="{BC9BD359-C740-B7D6-C983-5021FCAE4C82}"/>
                  </a:ext>
                </a:extLst>
              </p:cNvPr>
              <p:cNvSpPr/>
              <p:nvPr/>
            </p:nvSpPr>
            <p:spPr>
              <a:xfrm>
                <a:off x="6922107" y="2774668"/>
                <a:ext cx="763630" cy="238169"/>
              </a:xfrm>
              <a:custGeom>
                <a:avLst/>
                <a:gdLst/>
                <a:ahLst/>
                <a:cxnLst/>
                <a:rect l="l" t="t" r="r" b="b"/>
                <a:pathLst>
                  <a:path w="8923" h="2783" extrusionOk="0">
                    <a:moveTo>
                      <a:pt x="0" y="0"/>
                    </a:moveTo>
                    <a:lnTo>
                      <a:pt x="0" y="2757"/>
                    </a:lnTo>
                    <a:lnTo>
                      <a:pt x="8922" y="2782"/>
                    </a:lnTo>
                    <a:lnTo>
                      <a:pt x="8922" y="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1920;p41">
                <a:extLst>
                  <a:ext uri="{FF2B5EF4-FFF2-40B4-BE49-F238E27FC236}">
                    <a16:creationId xmlns:a16="http://schemas.microsoft.com/office/drawing/2014/main" id="{CC790D4A-E3BD-4C3A-4AB2-8A71C2EA42F7}"/>
                  </a:ext>
                </a:extLst>
              </p:cNvPr>
              <p:cNvSpPr/>
              <p:nvPr/>
            </p:nvSpPr>
            <p:spPr>
              <a:xfrm>
                <a:off x="6922107" y="3070606"/>
                <a:ext cx="918017" cy="240309"/>
              </a:xfrm>
              <a:custGeom>
                <a:avLst/>
                <a:gdLst/>
                <a:ahLst/>
                <a:cxnLst/>
                <a:rect l="l" t="t" r="r" b="b"/>
                <a:pathLst>
                  <a:path w="10727" h="2808" extrusionOk="0">
                    <a:moveTo>
                      <a:pt x="0" y="1"/>
                    </a:moveTo>
                    <a:lnTo>
                      <a:pt x="0" y="2783"/>
                    </a:lnTo>
                    <a:lnTo>
                      <a:pt x="10727" y="2808"/>
                    </a:lnTo>
                    <a:lnTo>
                      <a:pt x="10727" y="26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1921;p41">
                <a:extLst>
                  <a:ext uri="{FF2B5EF4-FFF2-40B4-BE49-F238E27FC236}">
                    <a16:creationId xmlns:a16="http://schemas.microsoft.com/office/drawing/2014/main" id="{10D1183A-C41A-78F8-B928-CBB87093382A}"/>
                  </a:ext>
                </a:extLst>
              </p:cNvPr>
              <p:cNvSpPr/>
              <p:nvPr/>
            </p:nvSpPr>
            <p:spPr>
              <a:xfrm>
                <a:off x="6922107" y="3383745"/>
                <a:ext cx="1662306" cy="240394"/>
              </a:xfrm>
              <a:custGeom>
                <a:avLst/>
                <a:gdLst/>
                <a:ahLst/>
                <a:cxnLst/>
                <a:rect l="l" t="t" r="r" b="b"/>
                <a:pathLst>
                  <a:path w="19424" h="2809" extrusionOk="0">
                    <a:moveTo>
                      <a:pt x="0" y="1"/>
                    </a:moveTo>
                    <a:lnTo>
                      <a:pt x="0" y="2783"/>
                    </a:lnTo>
                    <a:lnTo>
                      <a:pt x="19424" y="2808"/>
                    </a:lnTo>
                    <a:lnTo>
                      <a:pt x="19424" y="5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" name="Google Shape;1922;p41">
              <a:extLst>
                <a:ext uri="{FF2B5EF4-FFF2-40B4-BE49-F238E27FC236}">
                  <a16:creationId xmlns:a16="http://schemas.microsoft.com/office/drawing/2014/main" id="{20362D56-718A-8510-A0B5-56F799B334E6}"/>
                </a:ext>
              </a:extLst>
            </p:cNvPr>
            <p:cNvSpPr/>
            <p:nvPr/>
          </p:nvSpPr>
          <p:spPr>
            <a:xfrm>
              <a:off x="4984402" y="2655325"/>
              <a:ext cx="1361282" cy="694501"/>
            </a:xfrm>
            <a:custGeom>
              <a:avLst/>
              <a:gdLst/>
              <a:ahLst/>
              <a:cxnLst/>
              <a:rect l="l" t="t" r="r" b="b"/>
              <a:pathLst>
                <a:path w="26818" h="11330" extrusionOk="0">
                  <a:moveTo>
                    <a:pt x="1" y="1"/>
                  </a:moveTo>
                  <a:lnTo>
                    <a:pt x="1" y="11329"/>
                  </a:lnTo>
                  <a:lnTo>
                    <a:pt x="26818" y="11329"/>
                  </a:lnTo>
                  <a:lnTo>
                    <a:pt x="26818" y="10928"/>
                  </a:lnTo>
                  <a:lnTo>
                    <a:pt x="427" y="10928"/>
                  </a:lnTo>
                  <a:lnTo>
                    <a:pt x="4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5F1D3163-8668-78D1-8D2C-0AB834E0F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71" y="530216"/>
            <a:ext cx="5809043" cy="184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36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>
          <a:extLst>
            <a:ext uri="{FF2B5EF4-FFF2-40B4-BE49-F238E27FC236}">
              <a16:creationId xmlns:a16="http://schemas.microsoft.com/office/drawing/2014/main" id="{48969225-D374-2AE4-17E4-A812C5ACF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597;p36">
            <a:extLst>
              <a:ext uri="{FF2B5EF4-FFF2-40B4-BE49-F238E27FC236}">
                <a16:creationId xmlns:a16="http://schemas.microsoft.com/office/drawing/2014/main" id="{80CE1D1A-9D63-3131-FB49-EC1691F17F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006" y="619929"/>
            <a:ext cx="825150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sz="2800" dirty="0"/>
              <a:t>The Forecast and Conclusion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endParaRPr lang="en-US" sz="2800" dirty="0"/>
          </a:p>
        </p:txBody>
      </p:sp>
      <p:sp>
        <p:nvSpPr>
          <p:cNvPr id="1642" name="Google Shape;1485;p34">
            <a:extLst>
              <a:ext uri="{FF2B5EF4-FFF2-40B4-BE49-F238E27FC236}">
                <a16:creationId xmlns:a16="http://schemas.microsoft.com/office/drawing/2014/main" id="{F53478D2-EF00-C897-63C1-7F63A0086C7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69276" y="1579764"/>
            <a:ext cx="4202724" cy="4117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en-US" b="1" dirty="0"/>
              <a:t>Visual:</a:t>
            </a:r>
            <a:r>
              <a:rPr lang="en-US" dirty="0"/>
              <a:t> ETS Forecast Plot</a:t>
            </a:r>
            <a:endParaRPr dirty="0"/>
          </a:p>
        </p:txBody>
      </p:sp>
      <p:sp>
        <p:nvSpPr>
          <p:cNvPr id="1643" name="Google Shape;1485;p34">
            <a:extLst>
              <a:ext uri="{FF2B5EF4-FFF2-40B4-BE49-F238E27FC236}">
                <a16:creationId xmlns:a16="http://schemas.microsoft.com/office/drawing/2014/main" id="{261A4107-5487-2494-1307-35D37182292B}"/>
              </a:ext>
            </a:extLst>
          </p:cNvPr>
          <p:cNvSpPr txBox="1">
            <a:spLocks/>
          </p:cNvSpPr>
          <p:nvPr/>
        </p:nvSpPr>
        <p:spPr>
          <a:xfrm>
            <a:off x="4725177" y="1580798"/>
            <a:ext cx="3820945" cy="722395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algn="l"/>
            <a:r>
              <a:rPr lang="en-US" b="1" dirty="0"/>
              <a:t>The Forecast:</a:t>
            </a:r>
            <a:r>
              <a:rPr lang="en-US" dirty="0"/>
              <a:t> "The ETS model projects sales for the next 5 months to be:</a:t>
            </a:r>
            <a:endParaRPr lang="en-US" sz="1400" dirty="0"/>
          </a:p>
          <a:p>
            <a:pPr algn="l"/>
            <a:endParaRPr lang="en-US" sz="1200" dirty="0"/>
          </a:p>
        </p:txBody>
      </p:sp>
      <p:grpSp>
        <p:nvGrpSpPr>
          <p:cNvPr id="24" name="Google Shape;1828;p39">
            <a:extLst>
              <a:ext uri="{FF2B5EF4-FFF2-40B4-BE49-F238E27FC236}">
                <a16:creationId xmlns:a16="http://schemas.microsoft.com/office/drawing/2014/main" id="{0F2B3913-4145-AEF4-BD53-0652577D76E0}"/>
              </a:ext>
            </a:extLst>
          </p:cNvPr>
          <p:cNvGrpSpPr/>
          <p:nvPr/>
        </p:nvGrpSpPr>
        <p:grpSpPr>
          <a:xfrm>
            <a:off x="7342115" y="210947"/>
            <a:ext cx="1255879" cy="1266161"/>
            <a:chOff x="5478353" y="859675"/>
            <a:chExt cx="3042662" cy="3165542"/>
          </a:xfrm>
        </p:grpSpPr>
        <p:sp>
          <p:nvSpPr>
            <p:cNvPr id="25" name="Google Shape;1829;p39">
              <a:extLst>
                <a:ext uri="{FF2B5EF4-FFF2-40B4-BE49-F238E27FC236}">
                  <a16:creationId xmlns:a16="http://schemas.microsoft.com/office/drawing/2014/main" id="{6726872B-ABC8-C49E-3860-AD5BE8DFB89F}"/>
                </a:ext>
              </a:extLst>
            </p:cNvPr>
            <p:cNvSpPr/>
            <p:nvPr/>
          </p:nvSpPr>
          <p:spPr>
            <a:xfrm>
              <a:off x="5478353" y="2905396"/>
              <a:ext cx="2070476" cy="1119822"/>
            </a:xfrm>
            <a:custGeom>
              <a:avLst/>
              <a:gdLst/>
              <a:ahLst/>
              <a:cxnLst/>
              <a:rect l="l" t="t" r="r" b="b"/>
              <a:pathLst>
                <a:path w="20978" h="11346" extrusionOk="0">
                  <a:moveTo>
                    <a:pt x="3108" y="1"/>
                  </a:moveTo>
                  <a:lnTo>
                    <a:pt x="0" y="903"/>
                  </a:lnTo>
                  <a:cubicBezTo>
                    <a:pt x="1821" y="7235"/>
                    <a:pt x="7589" y="11346"/>
                    <a:pt x="13861" y="11346"/>
                  </a:cubicBezTo>
                  <a:cubicBezTo>
                    <a:pt x="15185" y="11346"/>
                    <a:pt x="16533" y="11162"/>
                    <a:pt x="17870" y="10778"/>
                  </a:cubicBezTo>
                  <a:cubicBezTo>
                    <a:pt x="18973" y="10477"/>
                    <a:pt x="20026" y="10026"/>
                    <a:pt x="20978" y="9474"/>
                  </a:cubicBezTo>
                  <a:lnTo>
                    <a:pt x="19399" y="6667"/>
                  </a:lnTo>
                  <a:cubicBezTo>
                    <a:pt x="18647" y="7093"/>
                    <a:pt x="17845" y="7419"/>
                    <a:pt x="16968" y="7670"/>
                  </a:cubicBezTo>
                  <a:cubicBezTo>
                    <a:pt x="15927" y="7973"/>
                    <a:pt x="14877" y="8117"/>
                    <a:pt x="13844" y="8117"/>
                  </a:cubicBezTo>
                  <a:cubicBezTo>
                    <a:pt x="8987" y="8117"/>
                    <a:pt x="4514" y="4920"/>
                    <a:pt x="31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830;p39">
              <a:extLst>
                <a:ext uri="{FF2B5EF4-FFF2-40B4-BE49-F238E27FC236}">
                  <a16:creationId xmlns:a16="http://schemas.microsoft.com/office/drawing/2014/main" id="{1E5D8B8C-E1CD-F735-7EC7-669DA185E44C}"/>
                </a:ext>
              </a:extLst>
            </p:cNvPr>
            <p:cNvSpPr/>
            <p:nvPr/>
          </p:nvSpPr>
          <p:spPr>
            <a:xfrm>
              <a:off x="5686114" y="1163962"/>
              <a:ext cx="1100872" cy="1100872"/>
            </a:xfrm>
            <a:custGeom>
              <a:avLst/>
              <a:gdLst/>
              <a:ahLst/>
              <a:cxnLst/>
              <a:rect l="l" t="t" r="r" b="b"/>
              <a:pathLst>
                <a:path w="11154" h="11154" extrusionOk="0">
                  <a:moveTo>
                    <a:pt x="11154" y="0"/>
                  </a:moveTo>
                  <a:cubicBezTo>
                    <a:pt x="4988" y="0"/>
                    <a:pt x="1" y="4988"/>
                    <a:pt x="1" y="11153"/>
                  </a:cubicBezTo>
                  <a:lnTo>
                    <a:pt x="11154" y="11153"/>
                  </a:lnTo>
                  <a:lnTo>
                    <a:pt x="1115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831;p39">
              <a:extLst>
                <a:ext uri="{FF2B5EF4-FFF2-40B4-BE49-F238E27FC236}">
                  <a16:creationId xmlns:a16="http://schemas.microsoft.com/office/drawing/2014/main" id="{DFB65015-F679-AC82-C46E-0304D6FE640F}"/>
                </a:ext>
              </a:extLst>
            </p:cNvPr>
            <p:cNvSpPr/>
            <p:nvPr/>
          </p:nvSpPr>
          <p:spPr>
            <a:xfrm>
              <a:off x="5767738" y="1260390"/>
              <a:ext cx="2308041" cy="2310508"/>
            </a:xfrm>
            <a:custGeom>
              <a:avLst/>
              <a:gdLst/>
              <a:ahLst/>
              <a:cxnLst/>
              <a:rect l="l" t="t" r="r" b="b"/>
              <a:pathLst>
                <a:path w="23385" h="23410" extrusionOk="0">
                  <a:moveTo>
                    <a:pt x="11680" y="1"/>
                  </a:moveTo>
                  <a:lnTo>
                    <a:pt x="11680" y="11705"/>
                  </a:lnTo>
                  <a:lnTo>
                    <a:pt x="1" y="11705"/>
                  </a:lnTo>
                  <a:cubicBezTo>
                    <a:pt x="1" y="18171"/>
                    <a:pt x="5239" y="23409"/>
                    <a:pt x="11680" y="23409"/>
                  </a:cubicBezTo>
                  <a:cubicBezTo>
                    <a:pt x="18146" y="23409"/>
                    <a:pt x="23384" y="18171"/>
                    <a:pt x="23384" y="11705"/>
                  </a:cubicBezTo>
                  <a:cubicBezTo>
                    <a:pt x="23384" y="5239"/>
                    <a:pt x="18146" y="1"/>
                    <a:pt x="116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832;p39">
              <a:extLst>
                <a:ext uri="{FF2B5EF4-FFF2-40B4-BE49-F238E27FC236}">
                  <a16:creationId xmlns:a16="http://schemas.microsoft.com/office/drawing/2014/main" id="{FC3572B6-B3EF-F4BD-EB97-EEF483C40E58}"/>
                </a:ext>
              </a:extLst>
            </p:cNvPr>
            <p:cNvSpPr/>
            <p:nvPr/>
          </p:nvSpPr>
          <p:spPr>
            <a:xfrm>
              <a:off x="6895764" y="2413187"/>
              <a:ext cx="1625252" cy="1115677"/>
            </a:xfrm>
            <a:custGeom>
              <a:avLst/>
              <a:gdLst/>
              <a:ahLst/>
              <a:cxnLst/>
              <a:rect l="l" t="t" r="r" b="b"/>
              <a:pathLst>
                <a:path w="16467" h="11304" extrusionOk="0">
                  <a:moveTo>
                    <a:pt x="1529" y="827"/>
                  </a:moveTo>
                  <a:lnTo>
                    <a:pt x="15965" y="4612"/>
                  </a:lnTo>
                  <a:cubicBezTo>
                    <a:pt x="15339" y="6742"/>
                    <a:pt x="14286" y="8672"/>
                    <a:pt x="12883" y="10401"/>
                  </a:cubicBezTo>
                  <a:cubicBezTo>
                    <a:pt x="12782" y="10526"/>
                    <a:pt x="12682" y="10627"/>
                    <a:pt x="12582" y="10727"/>
                  </a:cubicBezTo>
                  <a:lnTo>
                    <a:pt x="1529" y="827"/>
                  </a:lnTo>
                  <a:close/>
                  <a:moveTo>
                    <a:pt x="0" y="0"/>
                  </a:moveTo>
                  <a:lnTo>
                    <a:pt x="12632" y="11303"/>
                  </a:lnTo>
                  <a:lnTo>
                    <a:pt x="12757" y="11153"/>
                  </a:lnTo>
                  <a:cubicBezTo>
                    <a:pt x="12908" y="11003"/>
                    <a:pt x="13058" y="10827"/>
                    <a:pt x="13183" y="10677"/>
                  </a:cubicBezTo>
                  <a:cubicBezTo>
                    <a:pt x="14687" y="8847"/>
                    <a:pt x="15790" y="6767"/>
                    <a:pt x="16417" y="4511"/>
                  </a:cubicBezTo>
                  <a:lnTo>
                    <a:pt x="16467" y="43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833;p39">
              <a:extLst>
                <a:ext uri="{FF2B5EF4-FFF2-40B4-BE49-F238E27FC236}">
                  <a16:creationId xmlns:a16="http://schemas.microsoft.com/office/drawing/2014/main" id="{74F5B5C9-AAFF-1336-A3C5-8A6FF43BC492}"/>
                </a:ext>
              </a:extLst>
            </p:cNvPr>
            <p:cNvSpPr/>
            <p:nvPr/>
          </p:nvSpPr>
          <p:spPr>
            <a:xfrm>
              <a:off x="5498093" y="2415654"/>
              <a:ext cx="1422527" cy="1241812"/>
            </a:xfrm>
            <a:custGeom>
              <a:avLst/>
              <a:gdLst/>
              <a:ahLst/>
              <a:cxnLst/>
              <a:rect l="l" t="t" r="r" b="b"/>
              <a:pathLst>
                <a:path w="14413" h="12582" extrusionOk="0">
                  <a:moveTo>
                    <a:pt x="14412" y="0"/>
                  </a:moveTo>
                  <a:lnTo>
                    <a:pt x="1" y="2381"/>
                  </a:lnTo>
                  <a:cubicBezTo>
                    <a:pt x="703" y="6717"/>
                    <a:pt x="3334" y="10401"/>
                    <a:pt x="6968" y="12582"/>
                  </a:cubicBezTo>
                  <a:lnTo>
                    <a:pt x="1441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834;p39">
              <a:extLst>
                <a:ext uri="{FF2B5EF4-FFF2-40B4-BE49-F238E27FC236}">
                  <a16:creationId xmlns:a16="http://schemas.microsoft.com/office/drawing/2014/main" id="{89FF0901-A527-C117-7F65-9FD5C18873E5}"/>
                </a:ext>
              </a:extLst>
            </p:cNvPr>
            <p:cNvSpPr/>
            <p:nvPr/>
          </p:nvSpPr>
          <p:spPr>
            <a:xfrm>
              <a:off x="6920537" y="859675"/>
              <a:ext cx="1212104" cy="818893"/>
            </a:xfrm>
            <a:custGeom>
              <a:avLst/>
              <a:gdLst/>
              <a:ahLst/>
              <a:cxnLst/>
              <a:rect l="l" t="t" r="r" b="b"/>
              <a:pathLst>
                <a:path w="12281" h="8297" extrusionOk="0">
                  <a:moveTo>
                    <a:pt x="0" y="1"/>
                  </a:moveTo>
                  <a:lnTo>
                    <a:pt x="0" y="2557"/>
                  </a:lnTo>
                  <a:cubicBezTo>
                    <a:pt x="91" y="2555"/>
                    <a:pt x="182" y="2554"/>
                    <a:pt x="272" y="2554"/>
                  </a:cubicBezTo>
                  <a:cubicBezTo>
                    <a:pt x="4545" y="2554"/>
                    <a:pt x="8289" y="4860"/>
                    <a:pt x="10351" y="8296"/>
                  </a:cubicBezTo>
                  <a:lnTo>
                    <a:pt x="12281" y="6492"/>
                  </a:lnTo>
                  <a:cubicBezTo>
                    <a:pt x="9749" y="2532"/>
                    <a:pt x="4988" y="76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 descr="A graph of a sales report&#10;&#10;AI-generated content may be incorrect.">
            <a:extLst>
              <a:ext uri="{FF2B5EF4-FFF2-40B4-BE49-F238E27FC236}">
                <a16:creationId xmlns:a16="http://schemas.microsoft.com/office/drawing/2014/main" id="{81405392-DAEE-0D17-4E86-BACCEBF6C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276" y="2151184"/>
            <a:ext cx="4043625" cy="2942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03A002-D918-76D0-A229-B904A847EC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209" y="2133353"/>
            <a:ext cx="3820944" cy="304826"/>
          </a:xfrm>
          <a:prstGeom prst="rect">
            <a:avLst/>
          </a:prstGeom>
        </p:spPr>
      </p:pic>
      <p:sp>
        <p:nvSpPr>
          <p:cNvPr id="8" name="Google Shape;1485;p34">
            <a:extLst>
              <a:ext uri="{FF2B5EF4-FFF2-40B4-BE49-F238E27FC236}">
                <a16:creationId xmlns:a16="http://schemas.microsoft.com/office/drawing/2014/main" id="{65E002CB-4C4D-09C2-37AF-1F24CE84246B}"/>
              </a:ext>
            </a:extLst>
          </p:cNvPr>
          <p:cNvSpPr txBox="1">
            <a:spLocks/>
          </p:cNvSpPr>
          <p:nvPr/>
        </p:nvSpPr>
        <p:spPr>
          <a:xfrm>
            <a:off x="4719209" y="2588603"/>
            <a:ext cx="4043624" cy="215369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tillium Web"/>
              <a:buNone/>
              <a:defRPr sz="1600" b="0" i="0" u="none" strike="noStrike" cap="none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pPr algn="l"/>
            <a:r>
              <a:rPr lang="en-US" sz="1400" b="1" dirty="0"/>
              <a:t>Business Implications: </a:t>
            </a:r>
            <a:br>
              <a:rPr lang="en-US" sz="1400" b="1" dirty="0"/>
            </a:br>
            <a:endParaRPr lang="en-US" sz="1400" b="1" dirty="0"/>
          </a:p>
          <a:p>
            <a:pPr algn="l"/>
            <a:r>
              <a:rPr lang="en-US" sz="1400" dirty="0"/>
              <a:t>These figures provide a data-driven baseline</a:t>
            </a:r>
          </a:p>
          <a:p>
            <a:pPr algn="l"/>
            <a:r>
              <a:rPr lang="en-US" sz="1400" dirty="0"/>
              <a:t>for operational and financial planning.</a:t>
            </a:r>
          </a:p>
          <a:p>
            <a:pPr algn="l"/>
            <a:endParaRPr lang="en-US" sz="1400" dirty="0"/>
          </a:p>
          <a:p>
            <a:pPr algn="l"/>
            <a:r>
              <a:rPr lang="en-US" sz="1400" dirty="0"/>
              <a:t>Management can now make informed</a:t>
            </a:r>
          </a:p>
          <a:p>
            <a:pPr algn="l"/>
            <a:r>
              <a:rPr lang="en-US" sz="1400" dirty="0"/>
              <a:t>decisions regarding procurement, budgeting,</a:t>
            </a:r>
          </a:p>
          <a:p>
            <a:pPr algn="l"/>
            <a:r>
              <a:rPr lang="en-US" sz="1400" dirty="0"/>
              <a:t>and strategy with quantified future expectations.</a:t>
            </a:r>
          </a:p>
        </p:txBody>
      </p:sp>
    </p:spTree>
    <p:extLst>
      <p:ext uri="{BB962C8B-B14F-4D97-AF65-F5344CB8AC3E}">
        <p14:creationId xmlns:p14="http://schemas.microsoft.com/office/powerpoint/2010/main" val="171526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>
          <a:extLst>
            <a:ext uri="{FF2B5EF4-FFF2-40B4-BE49-F238E27FC236}">
              <a16:creationId xmlns:a16="http://schemas.microsoft.com/office/drawing/2014/main" id="{00B8E473-12A0-FB53-DC04-3EF924CAF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34">
            <a:extLst>
              <a:ext uri="{FF2B5EF4-FFF2-40B4-BE49-F238E27FC236}">
                <a16:creationId xmlns:a16="http://schemas.microsoft.com/office/drawing/2014/main" id="{9D5678A1-2C0E-37C7-9C90-5CF1A53E409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56610" y="1563605"/>
            <a:ext cx="6343930" cy="30434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39700" indent="0" algn="l"/>
            <a:r>
              <a:rPr lang="en-US" sz="1400" b="1" dirty="0"/>
              <a:t>Incorporate More Data: </a:t>
            </a:r>
            <a:r>
              <a:rPr lang="en-US" sz="1400" dirty="0"/>
              <a:t>Collect more historical data points to better capture long-term trends and seasonal patterns.</a:t>
            </a:r>
          </a:p>
          <a:p>
            <a:pPr marL="139700" indent="0" algn="l"/>
            <a:endParaRPr lang="en-US" sz="1400" dirty="0"/>
          </a:p>
          <a:p>
            <a:pPr marL="139700" indent="0" algn="l"/>
            <a:r>
              <a:rPr lang="en-US" sz="1400" b="1" dirty="0"/>
              <a:t>Add External Variables: </a:t>
            </a:r>
            <a:r>
              <a:rPr lang="en-US" sz="1400" dirty="0"/>
              <a:t>Explore the impact of promotions, advertising spend, holidays, competitor pricing, or economic indicators.</a:t>
            </a:r>
          </a:p>
          <a:p>
            <a:pPr marL="139700" indent="0" algn="l"/>
            <a:endParaRPr lang="en-US" sz="1400" b="1" dirty="0"/>
          </a:p>
          <a:p>
            <a:pPr marL="139700" indent="0" algn="l"/>
            <a:r>
              <a:rPr lang="en-US" sz="1400" b="1" dirty="0"/>
              <a:t>Use Advanced Models: </a:t>
            </a:r>
            <a:r>
              <a:rPr lang="en-US" sz="1400" dirty="0"/>
              <a:t>Experiment with SARIMA for complex seasonality or machine learning models like Prophet or </a:t>
            </a:r>
            <a:r>
              <a:rPr lang="en-US" sz="1400" dirty="0" err="1"/>
              <a:t>XGBoost</a:t>
            </a:r>
            <a:r>
              <a:rPr lang="en-US" sz="1400" dirty="0"/>
              <a:t> that can incorporate multiple regressors.</a:t>
            </a:r>
          </a:p>
          <a:p>
            <a:pPr marL="139700" indent="0" algn="l"/>
            <a:endParaRPr lang="en-US" sz="1400" dirty="0"/>
          </a:p>
          <a:p>
            <a:pPr marL="139700" indent="0" algn="l"/>
            <a:r>
              <a:rPr lang="en-US" sz="1400" b="1" dirty="0"/>
              <a:t>Regular Model Re-evaluation: </a:t>
            </a:r>
            <a:r>
              <a:rPr lang="en-US" sz="1400" dirty="0"/>
              <a:t>As new sales data comes in, regularly re-fit and update the model to maintain accuracy.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dirty="0"/>
          </a:p>
        </p:txBody>
      </p:sp>
      <p:sp>
        <p:nvSpPr>
          <p:cNvPr id="6" name="Google Shape;1597;p36">
            <a:extLst>
              <a:ext uri="{FF2B5EF4-FFF2-40B4-BE49-F238E27FC236}">
                <a16:creationId xmlns:a16="http://schemas.microsoft.com/office/drawing/2014/main" id="{3D0DD5AC-69F0-15AB-D02B-A5F100F2B5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6006" y="619929"/>
            <a:ext cx="825150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sz="2800" dirty="0"/>
              <a:t>Ideas for Forecast Improvement</a:t>
            </a:r>
            <a:br>
              <a:rPr lang="en-US" sz="2800" dirty="0"/>
            </a:br>
            <a:endParaRPr lang="en-US" sz="2800" dirty="0"/>
          </a:p>
        </p:txBody>
      </p:sp>
      <p:grpSp>
        <p:nvGrpSpPr>
          <p:cNvPr id="60" name="Google Shape;2446;p60">
            <a:extLst>
              <a:ext uri="{FF2B5EF4-FFF2-40B4-BE49-F238E27FC236}">
                <a16:creationId xmlns:a16="http://schemas.microsoft.com/office/drawing/2014/main" id="{54DAEF6A-6F12-4D44-9BFF-271959FD3C67}"/>
              </a:ext>
            </a:extLst>
          </p:cNvPr>
          <p:cNvGrpSpPr/>
          <p:nvPr/>
        </p:nvGrpSpPr>
        <p:grpSpPr>
          <a:xfrm>
            <a:off x="7466616" y="3264878"/>
            <a:ext cx="1566015" cy="1002938"/>
            <a:chOff x="6526311" y="1201576"/>
            <a:chExt cx="1644077" cy="799437"/>
          </a:xfrm>
        </p:grpSpPr>
        <p:sp>
          <p:nvSpPr>
            <p:cNvPr id="61" name="Google Shape;2447;p60">
              <a:extLst>
                <a:ext uri="{FF2B5EF4-FFF2-40B4-BE49-F238E27FC236}">
                  <a16:creationId xmlns:a16="http://schemas.microsoft.com/office/drawing/2014/main" id="{CE15F5A4-A281-8BB4-9B5F-53CD852972DF}"/>
                </a:ext>
              </a:extLst>
            </p:cNvPr>
            <p:cNvSpPr/>
            <p:nvPr/>
          </p:nvSpPr>
          <p:spPr>
            <a:xfrm>
              <a:off x="6526311" y="1306513"/>
              <a:ext cx="1644077" cy="694501"/>
            </a:xfrm>
            <a:custGeom>
              <a:avLst/>
              <a:gdLst/>
              <a:ahLst/>
              <a:cxnLst/>
              <a:rect l="l" t="t" r="r" b="b"/>
              <a:pathLst>
                <a:path w="26818" h="11330" extrusionOk="0">
                  <a:moveTo>
                    <a:pt x="1" y="1"/>
                  </a:moveTo>
                  <a:lnTo>
                    <a:pt x="1" y="11329"/>
                  </a:lnTo>
                  <a:lnTo>
                    <a:pt x="26818" y="11329"/>
                  </a:lnTo>
                  <a:lnTo>
                    <a:pt x="26818" y="10928"/>
                  </a:lnTo>
                  <a:lnTo>
                    <a:pt x="427" y="10928"/>
                  </a:lnTo>
                  <a:lnTo>
                    <a:pt x="4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448;p60">
              <a:extLst>
                <a:ext uri="{FF2B5EF4-FFF2-40B4-BE49-F238E27FC236}">
                  <a16:creationId xmlns:a16="http://schemas.microsoft.com/office/drawing/2014/main" id="{022D12EE-F403-73B6-5090-6286A7FCB420}"/>
                </a:ext>
              </a:extLst>
            </p:cNvPr>
            <p:cNvSpPr/>
            <p:nvPr/>
          </p:nvSpPr>
          <p:spPr>
            <a:xfrm>
              <a:off x="6611548" y="1201576"/>
              <a:ext cx="1346970" cy="666984"/>
            </a:xfrm>
            <a:custGeom>
              <a:avLst/>
              <a:gdLst/>
              <a:ahLst/>
              <a:cxnLst/>
              <a:rect l="l" t="t" r="r" b="b"/>
              <a:pathLst>
                <a:path w="30252" h="14980" extrusionOk="0">
                  <a:moveTo>
                    <a:pt x="22116" y="1"/>
                  </a:moveTo>
                  <a:cubicBezTo>
                    <a:pt x="19905" y="1"/>
                    <a:pt x="19649" y="2529"/>
                    <a:pt x="17995" y="3200"/>
                  </a:cubicBezTo>
                  <a:cubicBezTo>
                    <a:pt x="17712" y="3321"/>
                    <a:pt x="17456" y="3372"/>
                    <a:pt x="17221" y="3372"/>
                  </a:cubicBezTo>
                  <a:cubicBezTo>
                    <a:pt x="16039" y="3372"/>
                    <a:pt x="15343" y="2080"/>
                    <a:pt x="13985" y="1746"/>
                  </a:cubicBezTo>
                  <a:cubicBezTo>
                    <a:pt x="13730" y="1681"/>
                    <a:pt x="13477" y="1652"/>
                    <a:pt x="13225" y="1652"/>
                  </a:cubicBezTo>
                  <a:cubicBezTo>
                    <a:pt x="11449" y="1652"/>
                    <a:pt x="9767" y="3081"/>
                    <a:pt x="8296" y="3125"/>
                  </a:cubicBezTo>
                  <a:cubicBezTo>
                    <a:pt x="8287" y="3125"/>
                    <a:pt x="8278" y="3125"/>
                    <a:pt x="8269" y="3125"/>
                  </a:cubicBezTo>
                  <a:cubicBezTo>
                    <a:pt x="6933" y="3125"/>
                    <a:pt x="6228" y="1268"/>
                    <a:pt x="4286" y="894"/>
                  </a:cubicBezTo>
                  <a:cubicBezTo>
                    <a:pt x="3919" y="824"/>
                    <a:pt x="3584" y="792"/>
                    <a:pt x="3277" y="792"/>
                  </a:cubicBezTo>
                  <a:cubicBezTo>
                    <a:pt x="289" y="792"/>
                    <a:pt x="0" y="3801"/>
                    <a:pt x="0" y="3801"/>
                  </a:cubicBezTo>
                  <a:lnTo>
                    <a:pt x="12081" y="11295"/>
                  </a:lnTo>
                  <a:lnTo>
                    <a:pt x="29975" y="14979"/>
                  </a:lnTo>
                  <a:lnTo>
                    <a:pt x="30251" y="4102"/>
                  </a:lnTo>
                  <a:cubicBezTo>
                    <a:pt x="30199" y="3236"/>
                    <a:pt x="29882" y="2991"/>
                    <a:pt x="29405" y="2991"/>
                  </a:cubicBezTo>
                  <a:cubicBezTo>
                    <a:pt x="28783" y="2991"/>
                    <a:pt x="27889" y="3408"/>
                    <a:pt x="26955" y="3408"/>
                  </a:cubicBezTo>
                  <a:cubicBezTo>
                    <a:pt x="26885" y="3408"/>
                    <a:pt x="26814" y="3406"/>
                    <a:pt x="26742" y="3400"/>
                  </a:cubicBezTo>
                  <a:cubicBezTo>
                    <a:pt x="25013" y="3300"/>
                    <a:pt x="24888" y="268"/>
                    <a:pt x="22432" y="17"/>
                  </a:cubicBezTo>
                  <a:cubicBezTo>
                    <a:pt x="22322" y="6"/>
                    <a:pt x="22217" y="1"/>
                    <a:pt x="221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449;p60">
              <a:extLst>
                <a:ext uri="{FF2B5EF4-FFF2-40B4-BE49-F238E27FC236}">
                  <a16:creationId xmlns:a16="http://schemas.microsoft.com/office/drawing/2014/main" id="{3B9463CC-6026-7A91-0FCD-8DE5194B1BA4}"/>
                </a:ext>
              </a:extLst>
            </p:cNvPr>
            <p:cNvSpPr/>
            <p:nvPr/>
          </p:nvSpPr>
          <p:spPr>
            <a:xfrm>
              <a:off x="6611548" y="1230161"/>
              <a:ext cx="1342473" cy="685284"/>
            </a:xfrm>
            <a:custGeom>
              <a:avLst/>
              <a:gdLst/>
              <a:ahLst/>
              <a:cxnLst/>
              <a:rect l="l" t="t" r="r" b="b"/>
              <a:pathLst>
                <a:path w="30151" h="15391" extrusionOk="0">
                  <a:moveTo>
                    <a:pt x="7548" y="0"/>
                  </a:moveTo>
                  <a:cubicBezTo>
                    <a:pt x="5389" y="0"/>
                    <a:pt x="5054" y="2169"/>
                    <a:pt x="2832" y="2758"/>
                  </a:cubicBezTo>
                  <a:cubicBezTo>
                    <a:pt x="1539" y="3119"/>
                    <a:pt x="778" y="3191"/>
                    <a:pt x="376" y="3191"/>
                  </a:cubicBezTo>
                  <a:cubicBezTo>
                    <a:pt x="109" y="3191"/>
                    <a:pt x="0" y="3159"/>
                    <a:pt x="0" y="3159"/>
                  </a:cubicBezTo>
                  <a:lnTo>
                    <a:pt x="0" y="15390"/>
                  </a:lnTo>
                  <a:lnTo>
                    <a:pt x="30151" y="15390"/>
                  </a:lnTo>
                  <a:lnTo>
                    <a:pt x="30051" y="6367"/>
                  </a:lnTo>
                  <a:cubicBezTo>
                    <a:pt x="29575" y="6552"/>
                    <a:pt x="28892" y="7337"/>
                    <a:pt x="27985" y="7337"/>
                  </a:cubicBezTo>
                  <a:cubicBezTo>
                    <a:pt x="27412" y="7337"/>
                    <a:pt x="26748" y="7023"/>
                    <a:pt x="25990" y="6042"/>
                  </a:cubicBezTo>
                  <a:cubicBezTo>
                    <a:pt x="24500" y="4111"/>
                    <a:pt x="23009" y="3391"/>
                    <a:pt x="21574" y="3391"/>
                  </a:cubicBezTo>
                  <a:cubicBezTo>
                    <a:pt x="21127" y="3391"/>
                    <a:pt x="20685" y="3460"/>
                    <a:pt x="20251" y="3585"/>
                  </a:cubicBezTo>
                  <a:cubicBezTo>
                    <a:pt x="18246" y="4137"/>
                    <a:pt x="17394" y="6493"/>
                    <a:pt x="14161" y="6568"/>
                  </a:cubicBezTo>
                  <a:cubicBezTo>
                    <a:pt x="14134" y="6569"/>
                    <a:pt x="14108" y="6569"/>
                    <a:pt x="14081" y="6569"/>
                  </a:cubicBezTo>
                  <a:cubicBezTo>
                    <a:pt x="10932" y="6569"/>
                    <a:pt x="11155" y="648"/>
                    <a:pt x="8296" y="77"/>
                  </a:cubicBezTo>
                  <a:cubicBezTo>
                    <a:pt x="8024" y="24"/>
                    <a:pt x="7776" y="0"/>
                    <a:pt x="75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2450;p60">
              <a:extLst>
                <a:ext uri="{FF2B5EF4-FFF2-40B4-BE49-F238E27FC236}">
                  <a16:creationId xmlns:a16="http://schemas.microsoft.com/office/drawing/2014/main" id="{77233380-07D6-9339-CFD2-6230BDC6676F}"/>
                </a:ext>
              </a:extLst>
            </p:cNvPr>
            <p:cNvSpPr/>
            <p:nvPr/>
          </p:nvSpPr>
          <p:spPr>
            <a:xfrm>
              <a:off x="6611548" y="1420902"/>
              <a:ext cx="1346970" cy="494539"/>
            </a:xfrm>
            <a:custGeom>
              <a:avLst/>
              <a:gdLst/>
              <a:ahLst/>
              <a:cxnLst/>
              <a:rect l="l" t="t" r="r" b="b"/>
              <a:pathLst>
                <a:path w="30252" h="11107" extrusionOk="0">
                  <a:moveTo>
                    <a:pt x="14272" y="0"/>
                  </a:moveTo>
                  <a:cubicBezTo>
                    <a:pt x="12918" y="0"/>
                    <a:pt x="11646" y="1023"/>
                    <a:pt x="10752" y="2159"/>
                  </a:cubicBezTo>
                  <a:cubicBezTo>
                    <a:pt x="9631" y="3603"/>
                    <a:pt x="8567" y="6086"/>
                    <a:pt x="7003" y="6086"/>
                  </a:cubicBezTo>
                  <a:cubicBezTo>
                    <a:pt x="6505" y="6086"/>
                    <a:pt x="5956" y="5834"/>
                    <a:pt x="5339" y="5216"/>
                  </a:cubicBezTo>
                  <a:cubicBezTo>
                    <a:pt x="3688" y="3566"/>
                    <a:pt x="1944" y="3273"/>
                    <a:pt x="915" y="3273"/>
                  </a:cubicBezTo>
                  <a:cubicBezTo>
                    <a:pt x="350" y="3273"/>
                    <a:pt x="0" y="3362"/>
                    <a:pt x="0" y="3362"/>
                  </a:cubicBezTo>
                  <a:lnTo>
                    <a:pt x="0" y="11106"/>
                  </a:lnTo>
                  <a:lnTo>
                    <a:pt x="30151" y="11106"/>
                  </a:lnTo>
                  <a:lnTo>
                    <a:pt x="30251" y="154"/>
                  </a:lnTo>
                  <a:cubicBezTo>
                    <a:pt x="29801" y="90"/>
                    <a:pt x="29383" y="60"/>
                    <a:pt x="28994" y="60"/>
                  </a:cubicBezTo>
                  <a:cubicBezTo>
                    <a:pt x="24176" y="60"/>
                    <a:pt x="23763" y="4627"/>
                    <a:pt x="22256" y="6018"/>
                  </a:cubicBezTo>
                  <a:cubicBezTo>
                    <a:pt x="21852" y="6398"/>
                    <a:pt x="21490" y="6579"/>
                    <a:pt x="21138" y="6579"/>
                  </a:cubicBezTo>
                  <a:cubicBezTo>
                    <a:pt x="20095" y="6579"/>
                    <a:pt x="19137" y="4983"/>
                    <a:pt x="17394" y="2209"/>
                  </a:cubicBezTo>
                  <a:cubicBezTo>
                    <a:pt x="16394" y="600"/>
                    <a:pt x="15309" y="0"/>
                    <a:pt x="142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24050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3">
          <a:extLst>
            <a:ext uri="{FF2B5EF4-FFF2-40B4-BE49-F238E27FC236}">
              <a16:creationId xmlns:a16="http://schemas.microsoft.com/office/drawing/2014/main" id="{44A16CB7-583F-A6CA-C570-09C79640F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oogle Shape;2676;p65">
            <a:extLst>
              <a:ext uri="{FF2B5EF4-FFF2-40B4-BE49-F238E27FC236}">
                <a16:creationId xmlns:a16="http://schemas.microsoft.com/office/drawing/2014/main" id="{9BA75E6C-13AB-4FCE-777C-16B01DB68778}"/>
              </a:ext>
            </a:extLst>
          </p:cNvPr>
          <p:cNvGrpSpPr/>
          <p:nvPr/>
        </p:nvGrpSpPr>
        <p:grpSpPr>
          <a:xfrm>
            <a:off x="5253782" y="1596993"/>
            <a:ext cx="3521886" cy="2606005"/>
            <a:chOff x="615700" y="2804250"/>
            <a:chExt cx="2219349" cy="1642199"/>
          </a:xfrm>
        </p:grpSpPr>
        <p:sp>
          <p:nvSpPr>
            <p:cNvPr id="8" name="Google Shape;2677;p65">
              <a:extLst>
                <a:ext uri="{FF2B5EF4-FFF2-40B4-BE49-F238E27FC236}">
                  <a16:creationId xmlns:a16="http://schemas.microsoft.com/office/drawing/2014/main" id="{4BA19C96-65AA-57D1-4385-AD2B85492AA5}"/>
                </a:ext>
              </a:extLst>
            </p:cNvPr>
            <p:cNvSpPr/>
            <p:nvPr/>
          </p:nvSpPr>
          <p:spPr>
            <a:xfrm>
              <a:off x="1624829" y="4053320"/>
              <a:ext cx="49057" cy="38721"/>
            </a:xfrm>
            <a:custGeom>
              <a:avLst/>
              <a:gdLst/>
              <a:ahLst/>
              <a:cxnLst/>
              <a:rect l="l" t="t" r="r" b="b"/>
              <a:pathLst>
                <a:path w="954" h="753" extrusionOk="0">
                  <a:moveTo>
                    <a:pt x="201" y="1"/>
                  </a:moveTo>
                  <a:lnTo>
                    <a:pt x="1" y="302"/>
                  </a:lnTo>
                  <a:cubicBezTo>
                    <a:pt x="1" y="302"/>
                    <a:pt x="51" y="352"/>
                    <a:pt x="126" y="377"/>
                  </a:cubicBezTo>
                  <a:cubicBezTo>
                    <a:pt x="201" y="427"/>
                    <a:pt x="302" y="477"/>
                    <a:pt x="402" y="552"/>
                  </a:cubicBezTo>
                  <a:cubicBezTo>
                    <a:pt x="502" y="602"/>
                    <a:pt x="602" y="652"/>
                    <a:pt x="678" y="703"/>
                  </a:cubicBezTo>
                  <a:cubicBezTo>
                    <a:pt x="778" y="728"/>
                    <a:pt x="828" y="753"/>
                    <a:pt x="828" y="753"/>
                  </a:cubicBezTo>
                  <a:lnTo>
                    <a:pt x="953" y="427"/>
                  </a:lnTo>
                  <a:cubicBezTo>
                    <a:pt x="953" y="427"/>
                    <a:pt x="928" y="402"/>
                    <a:pt x="853" y="377"/>
                  </a:cubicBezTo>
                  <a:cubicBezTo>
                    <a:pt x="778" y="327"/>
                    <a:pt x="678" y="277"/>
                    <a:pt x="577" y="226"/>
                  </a:cubicBezTo>
                  <a:cubicBezTo>
                    <a:pt x="477" y="176"/>
                    <a:pt x="402" y="126"/>
                    <a:pt x="327" y="76"/>
                  </a:cubicBezTo>
                  <a:cubicBezTo>
                    <a:pt x="252" y="26"/>
                    <a:pt x="201" y="1"/>
                    <a:pt x="201" y="1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678;p65">
              <a:extLst>
                <a:ext uri="{FF2B5EF4-FFF2-40B4-BE49-F238E27FC236}">
                  <a16:creationId xmlns:a16="http://schemas.microsoft.com/office/drawing/2014/main" id="{375CD06C-3C8F-1AEA-6C07-B0D3A2622883}"/>
                </a:ext>
              </a:extLst>
            </p:cNvPr>
            <p:cNvSpPr/>
            <p:nvPr/>
          </p:nvSpPr>
          <p:spPr>
            <a:xfrm>
              <a:off x="1569447" y="4012078"/>
              <a:ext cx="47720" cy="43863"/>
            </a:xfrm>
            <a:custGeom>
              <a:avLst/>
              <a:gdLst/>
              <a:ahLst/>
              <a:cxnLst/>
              <a:rect l="l" t="t" r="r" b="b"/>
              <a:pathLst>
                <a:path w="928" h="853" extrusionOk="0">
                  <a:moveTo>
                    <a:pt x="251" y="1"/>
                  </a:moveTo>
                  <a:lnTo>
                    <a:pt x="0" y="276"/>
                  </a:lnTo>
                  <a:cubicBezTo>
                    <a:pt x="0" y="276"/>
                    <a:pt x="25" y="327"/>
                    <a:pt x="100" y="377"/>
                  </a:cubicBezTo>
                  <a:cubicBezTo>
                    <a:pt x="176" y="427"/>
                    <a:pt x="251" y="502"/>
                    <a:pt x="351" y="577"/>
                  </a:cubicBezTo>
                  <a:cubicBezTo>
                    <a:pt x="451" y="652"/>
                    <a:pt x="527" y="728"/>
                    <a:pt x="602" y="778"/>
                  </a:cubicBezTo>
                  <a:cubicBezTo>
                    <a:pt x="652" y="828"/>
                    <a:pt x="702" y="853"/>
                    <a:pt x="702" y="853"/>
                  </a:cubicBezTo>
                  <a:lnTo>
                    <a:pt x="928" y="552"/>
                  </a:lnTo>
                  <a:cubicBezTo>
                    <a:pt x="928" y="552"/>
                    <a:pt x="877" y="527"/>
                    <a:pt x="827" y="477"/>
                  </a:cubicBezTo>
                  <a:cubicBezTo>
                    <a:pt x="752" y="427"/>
                    <a:pt x="677" y="352"/>
                    <a:pt x="577" y="276"/>
                  </a:cubicBezTo>
                  <a:cubicBezTo>
                    <a:pt x="501" y="226"/>
                    <a:pt x="401" y="151"/>
                    <a:pt x="351" y="101"/>
                  </a:cubicBezTo>
                  <a:cubicBezTo>
                    <a:pt x="276" y="51"/>
                    <a:pt x="251" y="1"/>
                    <a:pt x="251" y="1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679;p65">
              <a:extLst>
                <a:ext uri="{FF2B5EF4-FFF2-40B4-BE49-F238E27FC236}">
                  <a16:creationId xmlns:a16="http://schemas.microsoft.com/office/drawing/2014/main" id="{4FAA25C4-B1BD-F7B4-2D71-3D6AEEB4E6EA}"/>
                </a:ext>
              </a:extLst>
            </p:cNvPr>
            <p:cNvSpPr/>
            <p:nvPr/>
          </p:nvSpPr>
          <p:spPr>
            <a:xfrm>
              <a:off x="1520440" y="3964409"/>
              <a:ext cx="45200" cy="46435"/>
            </a:xfrm>
            <a:custGeom>
              <a:avLst/>
              <a:gdLst/>
              <a:ahLst/>
              <a:cxnLst/>
              <a:rect l="l" t="t" r="r" b="b"/>
              <a:pathLst>
                <a:path w="879" h="903" extrusionOk="0">
                  <a:moveTo>
                    <a:pt x="277" y="0"/>
                  </a:moveTo>
                  <a:lnTo>
                    <a:pt x="1" y="226"/>
                  </a:lnTo>
                  <a:cubicBezTo>
                    <a:pt x="1" y="226"/>
                    <a:pt x="151" y="401"/>
                    <a:pt x="302" y="577"/>
                  </a:cubicBezTo>
                  <a:cubicBezTo>
                    <a:pt x="452" y="752"/>
                    <a:pt x="627" y="903"/>
                    <a:pt x="627" y="903"/>
                  </a:cubicBezTo>
                  <a:lnTo>
                    <a:pt x="878" y="627"/>
                  </a:lnTo>
                  <a:cubicBezTo>
                    <a:pt x="878" y="627"/>
                    <a:pt x="728" y="477"/>
                    <a:pt x="577" y="326"/>
                  </a:cubicBezTo>
                  <a:cubicBezTo>
                    <a:pt x="427" y="151"/>
                    <a:pt x="277" y="0"/>
                    <a:pt x="277" y="0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680;p65">
              <a:extLst>
                <a:ext uri="{FF2B5EF4-FFF2-40B4-BE49-F238E27FC236}">
                  <a16:creationId xmlns:a16="http://schemas.microsoft.com/office/drawing/2014/main" id="{DADB8310-8913-5855-007F-2A6C44ADED5F}"/>
                </a:ext>
              </a:extLst>
            </p:cNvPr>
            <p:cNvSpPr/>
            <p:nvPr/>
          </p:nvSpPr>
          <p:spPr>
            <a:xfrm>
              <a:off x="1477913" y="3910260"/>
              <a:ext cx="42578" cy="49057"/>
            </a:xfrm>
            <a:custGeom>
              <a:avLst/>
              <a:gdLst/>
              <a:ahLst/>
              <a:cxnLst/>
              <a:rect l="l" t="t" r="r" b="b"/>
              <a:pathLst>
                <a:path w="828" h="954" extrusionOk="0">
                  <a:moveTo>
                    <a:pt x="302" y="1"/>
                  </a:moveTo>
                  <a:lnTo>
                    <a:pt x="1" y="201"/>
                  </a:lnTo>
                  <a:cubicBezTo>
                    <a:pt x="1" y="201"/>
                    <a:pt x="126" y="402"/>
                    <a:pt x="251" y="577"/>
                  </a:cubicBezTo>
                  <a:cubicBezTo>
                    <a:pt x="327" y="678"/>
                    <a:pt x="402" y="753"/>
                    <a:pt x="452" y="828"/>
                  </a:cubicBezTo>
                  <a:cubicBezTo>
                    <a:pt x="502" y="903"/>
                    <a:pt x="527" y="953"/>
                    <a:pt x="527" y="953"/>
                  </a:cubicBezTo>
                  <a:lnTo>
                    <a:pt x="828" y="728"/>
                  </a:lnTo>
                  <a:cubicBezTo>
                    <a:pt x="828" y="728"/>
                    <a:pt x="778" y="678"/>
                    <a:pt x="728" y="602"/>
                  </a:cubicBezTo>
                  <a:cubicBezTo>
                    <a:pt x="677" y="552"/>
                    <a:pt x="627" y="452"/>
                    <a:pt x="552" y="352"/>
                  </a:cubicBezTo>
                  <a:cubicBezTo>
                    <a:pt x="427" y="176"/>
                    <a:pt x="302" y="1"/>
                    <a:pt x="302" y="1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681;p65">
              <a:extLst>
                <a:ext uri="{FF2B5EF4-FFF2-40B4-BE49-F238E27FC236}">
                  <a16:creationId xmlns:a16="http://schemas.microsoft.com/office/drawing/2014/main" id="{054A1179-5913-AE54-A138-1EF64319B52C}"/>
                </a:ext>
              </a:extLst>
            </p:cNvPr>
            <p:cNvSpPr/>
            <p:nvPr/>
          </p:nvSpPr>
          <p:spPr>
            <a:xfrm>
              <a:off x="1441866" y="3852306"/>
              <a:ext cx="38670" cy="49006"/>
            </a:xfrm>
            <a:custGeom>
              <a:avLst/>
              <a:gdLst/>
              <a:ahLst/>
              <a:cxnLst/>
              <a:rect l="l" t="t" r="r" b="b"/>
              <a:pathLst>
                <a:path w="752" h="953" extrusionOk="0">
                  <a:moveTo>
                    <a:pt x="326" y="0"/>
                  </a:moveTo>
                  <a:lnTo>
                    <a:pt x="0" y="150"/>
                  </a:lnTo>
                  <a:cubicBezTo>
                    <a:pt x="0" y="150"/>
                    <a:pt x="100" y="351"/>
                    <a:pt x="226" y="576"/>
                  </a:cubicBezTo>
                  <a:cubicBezTo>
                    <a:pt x="326" y="777"/>
                    <a:pt x="451" y="952"/>
                    <a:pt x="451" y="952"/>
                  </a:cubicBezTo>
                  <a:lnTo>
                    <a:pt x="752" y="777"/>
                  </a:lnTo>
                  <a:cubicBezTo>
                    <a:pt x="752" y="777"/>
                    <a:pt x="652" y="576"/>
                    <a:pt x="526" y="376"/>
                  </a:cubicBezTo>
                  <a:cubicBezTo>
                    <a:pt x="426" y="201"/>
                    <a:pt x="326" y="0"/>
                    <a:pt x="326" y="0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682;p65">
              <a:extLst>
                <a:ext uri="{FF2B5EF4-FFF2-40B4-BE49-F238E27FC236}">
                  <a16:creationId xmlns:a16="http://schemas.microsoft.com/office/drawing/2014/main" id="{39D9B2D2-4794-E4B9-447F-8AB3FD236DEF}"/>
                </a:ext>
              </a:extLst>
            </p:cNvPr>
            <p:cNvSpPr/>
            <p:nvPr/>
          </p:nvSpPr>
          <p:spPr>
            <a:xfrm>
              <a:off x="1413480" y="3790444"/>
              <a:ext cx="34864" cy="49006"/>
            </a:xfrm>
            <a:custGeom>
              <a:avLst/>
              <a:gdLst/>
              <a:ahLst/>
              <a:cxnLst/>
              <a:rect l="l" t="t" r="r" b="b"/>
              <a:pathLst>
                <a:path w="678" h="953" extrusionOk="0">
                  <a:moveTo>
                    <a:pt x="326" y="0"/>
                  </a:moveTo>
                  <a:lnTo>
                    <a:pt x="1" y="125"/>
                  </a:lnTo>
                  <a:cubicBezTo>
                    <a:pt x="1" y="125"/>
                    <a:pt x="76" y="326"/>
                    <a:pt x="176" y="551"/>
                  </a:cubicBezTo>
                  <a:cubicBezTo>
                    <a:pt x="251" y="752"/>
                    <a:pt x="352" y="952"/>
                    <a:pt x="352" y="952"/>
                  </a:cubicBezTo>
                  <a:lnTo>
                    <a:pt x="677" y="802"/>
                  </a:lnTo>
                  <a:cubicBezTo>
                    <a:pt x="677" y="802"/>
                    <a:pt x="602" y="602"/>
                    <a:pt x="502" y="401"/>
                  </a:cubicBezTo>
                  <a:cubicBezTo>
                    <a:pt x="427" y="201"/>
                    <a:pt x="326" y="0"/>
                    <a:pt x="326" y="0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683;p65">
              <a:extLst>
                <a:ext uri="{FF2B5EF4-FFF2-40B4-BE49-F238E27FC236}">
                  <a16:creationId xmlns:a16="http://schemas.microsoft.com/office/drawing/2014/main" id="{B188E2A6-FA07-9DDB-7CE2-4DAE90E608EE}"/>
                </a:ext>
              </a:extLst>
            </p:cNvPr>
            <p:cNvSpPr/>
            <p:nvPr/>
          </p:nvSpPr>
          <p:spPr>
            <a:xfrm>
              <a:off x="1390288" y="3725959"/>
              <a:ext cx="32293" cy="49057"/>
            </a:xfrm>
            <a:custGeom>
              <a:avLst/>
              <a:gdLst/>
              <a:ahLst/>
              <a:cxnLst/>
              <a:rect l="l" t="t" r="r" b="b"/>
              <a:pathLst>
                <a:path w="628" h="954" extrusionOk="0">
                  <a:moveTo>
                    <a:pt x="351" y="1"/>
                  </a:moveTo>
                  <a:lnTo>
                    <a:pt x="1" y="101"/>
                  </a:lnTo>
                  <a:cubicBezTo>
                    <a:pt x="1" y="101"/>
                    <a:pt x="51" y="327"/>
                    <a:pt x="126" y="527"/>
                  </a:cubicBezTo>
                  <a:cubicBezTo>
                    <a:pt x="201" y="753"/>
                    <a:pt x="276" y="953"/>
                    <a:pt x="276" y="953"/>
                  </a:cubicBezTo>
                  <a:lnTo>
                    <a:pt x="627" y="828"/>
                  </a:lnTo>
                  <a:cubicBezTo>
                    <a:pt x="627" y="828"/>
                    <a:pt x="552" y="627"/>
                    <a:pt x="477" y="427"/>
                  </a:cubicBezTo>
                  <a:cubicBezTo>
                    <a:pt x="402" y="201"/>
                    <a:pt x="351" y="1"/>
                    <a:pt x="351" y="1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684;p65">
              <a:extLst>
                <a:ext uri="{FF2B5EF4-FFF2-40B4-BE49-F238E27FC236}">
                  <a16:creationId xmlns:a16="http://schemas.microsoft.com/office/drawing/2014/main" id="{2AC504AD-4254-7A70-0C18-0692AD1E2AB1}"/>
                </a:ext>
              </a:extLst>
            </p:cNvPr>
            <p:cNvSpPr/>
            <p:nvPr/>
          </p:nvSpPr>
          <p:spPr>
            <a:xfrm>
              <a:off x="1372238" y="3660241"/>
              <a:ext cx="29722" cy="49057"/>
            </a:xfrm>
            <a:custGeom>
              <a:avLst/>
              <a:gdLst/>
              <a:ahLst/>
              <a:cxnLst/>
              <a:rect l="l" t="t" r="r" b="b"/>
              <a:pathLst>
                <a:path w="578" h="954" extrusionOk="0">
                  <a:moveTo>
                    <a:pt x="352" y="1"/>
                  </a:moveTo>
                  <a:lnTo>
                    <a:pt x="1" y="76"/>
                  </a:lnTo>
                  <a:cubicBezTo>
                    <a:pt x="1" y="76"/>
                    <a:pt x="51" y="301"/>
                    <a:pt x="101" y="502"/>
                  </a:cubicBezTo>
                  <a:cubicBezTo>
                    <a:pt x="151" y="727"/>
                    <a:pt x="226" y="953"/>
                    <a:pt x="226" y="953"/>
                  </a:cubicBezTo>
                  <a:lnTo>
                    <a:pt x="577" y="853"/>
                  </a:lnTo>
                  <a:cubicBezTo>
                    <a:pt x="577" y="853"/>
                    <a:pt x="527" y="627"/>
                    <a:pt x="452" y="427"/>
                  </a:cubicBezTo>
                  <a:cubicBezTo>
                    <a:pt x="402" y="201"/>
                    <a:pt x="352" y="1"/>
                    <a:pt x="352" y="1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685;p65">
              <a:extLst>
                <a:ext uri="{FF2B5EF4-FFF2-40B4-BE49-F238E27FC236}">
                  <a16:creationId xmlns:a16="http://schemas.microsoft.com/office/drawing/2014/main" id="{AE22CB18-DEA7-442C-C331-2940940BB29A}"/>
                </a:ext>
              </a:extLst>
            </p:cNvPr>
            <p:cNvSpPr/>
            <p:nvPr/>
          </p:nvSpPr>
          <p:spPr>
            <a:xfrm>
              <a:off x="1360668" y="3591951"/>
              <a:ext cx="25814" cy="49006"/>
            </a:xfrm>
            <a:custGeom>
              <a:avLst/>
              <a:gdLst/>
              <a:ahLst/>
              <a:cxnLst/>
              <a:rect l="l" t="t" r="r" b="b"/>
              <a:pathLst>
                <a:path w="502" h="953" extrusionOk="0">
                  <a:moveTo>
                    <a:pt x="376" y="0"/>
                  </a:moveTo>
                  <a:lnTo>
                    <a:pt x="0" y="50"/>
                  </a:lnTo>
                  <a:cubicBezTo>
                    <a:pt x="0" y="50"/>
                    <a:pt x="25" y="276"/>
                    <a:pt x="75" y="502"/>
                  </a:cubicBezTo>
                  <a:cubicBezTo>
                    <a:pt x="100" y="727"/>
                    <a:pt x="150" y="953"/>
                    <a:pt x="150" y="953"/>
                  </a:cubicBezTo>
                  <a:lnTo>
                    <a:pt x="501" y="903"/>
                  </a:lnTo>
                  <a:cubicBezTo>
                    <a:pt x="501" y="903"/>
                    <a:pt x="451" y="677"/>
                    <a:pt x="426" y="451"/>
                  </a:cubicBezTo>
                  <a:cubicBezTo>
                    <a:pt x="401" y="226"/>
                    <a:pt x="376" y="0"/>
                    <a:pt x="376" y="0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686;p65">
              <a:extLst>
                <a:ext uri="{FF2B5EF4-FFF2-40B4-BE49-F238E27FC236}">
                  <a16:creationId xmlns:a16="http://schemas.microsoft.com/office/drawing/2014/main" id="{6F11ECF4-55F4-635E-BDA3-1539D7422D0A}"/>
                </a:ext>
              </a:extLst>
            </p:cNvPr>
            <p:cNvSpPr/>
            <p:nvPr/>
          </p:nvSpPr>
          <p:spPr>
            <a:xfrm>
              <a:off x="1355475" y="3524946"/>
              <a:ext cx="21957" cy="47720"/>
            </a:xfrm>
            <a:custGeom>
              <a:avLst/>
              <a:gdLst/>
              <a:ahLst/>
              <a:cxnLst/>
              <a:rect l="l" t="t" r="r" b="b"/>
              <a:pathLst>
                <a:path w="427" h="928" extrusionOk="0">
                  <a:moveTo>
                    <a:pt x="1" y="0"/>
                  </a:moveTo>
                  <a:cubicBezTo>
                    <a:pt x="1" y="0"/>
                    <a:pt x="26" y="226"/>
                    <a:pt x="26" y="451"/>
                  </a:cubicBezTo>
                  <a:cubicBezTo>
                    <a:pt x="51" y="677"/>
                    <a:pt x="51" y="927"/>
                    <a:pt x="51" y="927"/>
                  </a:cubicBezTo>
                  <a:lnTo>
                    <a:pt x="427" y="877"/>
                  </a:lnTo>
                  <a:cubicBezTo>
                    <a:pt x="427" y="877"/>
                    <a:pt x="402" y="652"/>
                    <a:pt x="377" y="451"/>
                  </a:cubicBezTo>
                  <a:cubicBezTo>
                    <a:pt x="377" y="226"/>
                    <a:pt x="377" y="0"/>
                    <a:pt x="377" y="0"/>
                  </a:cubicBez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687;p65">
              <a:extLst>
                <a:ext uri="{FF2B5EF4-FFF2-40B4-BE49-F238E27FC236}">
                  <a16:creationId xmlns:a16="http://schemas.microsoft.com/office/drawing/2014/main" id="{1722E0FE-3805-AD57-CAD0-452162ED3546}"/>
                </a:ext>
              </a:extLst>
            </p:cNvPr>
            <p:cNvSpPr/>
            <p:nvPr/>
          </p:nvSpPr>
          <p:spPr>
            <a:xfrm>
              <a:off x="1355475" y="3455319"/>
              <a:ext cx="20672" cy="47720"/>
            </a:xfrm>
            <a:custGeom>
              <a:avLst/>
              <a:gdLst/>
              <a:ahLst/>
              <a:cxnLst/>
              <a:rect l="l" t="t" r="r" b="b"/>
              <a:pathLst>
                <a:path w="402" h="928" extrusionOk="0">
                  <a:moveTo>
                    <a:pt x="51" y="1"/>
                  </a:moveTo>
                  <a:cubicBezTo>
                    <a:pt x="51" y="1"/>
                    <a:pt x="26" y="226"/>
                    <a:pt x="26" y="452"/>
                  </a:cubicBezTo>
                  <a:cubicBezTo>
                    <a:pt x="1" y="677"/>
                    <a:pt x="1" y="903"/>
                    <a:pt x="1" y="903"/>
                  </a:cubicBezTo>
                  <a:lnTo>
                    <a:pt x="377" y="928"/>
                  </a:lnTo>
                  <a:cubicBezTo>
                    <a:pt x="377" y="928"/>
                    <a:pt x="377" y="702"/>
                    <a:pt x="377" y="477"/>
                  </a:cubicBezTo>
                  <a:cubicBezTo>
                    <a:pt x="402" y="251"/>
                    <a:pt x="402" y="26"/>
                    <a:pt x="402" y="26"/>
                  </a:cubicBezTo>
                  <a:lnTo>
                    <a:pt x="51" y="1"/>
                  </a:ln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688;p65">
              <a:extLst>
                <a:ext uri="{FF2B5EF4-FFF2-40B4-BE49-F238E27FC236}">
                  <a16:creationId xmlns:a16="http://schemas.microsoft.com/office/drawing/2014/main" id="{D1A6F498-2130-038B-9AFF-C1CC24522711}"/>
                </a:ext>
              </a:extLst>
            </p:cNvPr>
            <p:cNvSpPr/>
            <p:nvPr/>
          </p:nvSpPr>
          <p:spPr>
            <a:xfrm>
              <a:off x="1360668" y="3385744"/>
              <a:ext cx="25814" cy="49006"/>
            </a:xfrm>
            <a:custGeom>
              <a:avLst/>
              <a:gdLst/>
              <a:ahLst/>
              <a:cxnLst/>
              <a:rect l="l" t="t" r="r" b="b"/>
              <a:pathLst>
                <a:path w="502" h="953" extrusionOk="0">
                  <a:moveTo>
                    <a:pt x="150" y="0"/>
                  </a:moveTo>
                  <a:cubicBezTo>
                    <a:pt x="150" y="0"/>
                    <a:pt x="125" y="50"/>
                    <a:pt x="125" y="151"/>
                  </a:cubicBezTo>
                  <a:cubicBezTo>
                    <a:pt x="100" y="226"/>
                    <a:pt x="75" y="351"/>
                    <a:pt x="50" y="451"/>
                  </a:cubicBezTo>
                  <a:cubicBezTo>
                    <a:pt x="25" y="677"/>
                    <a:pt x="0" y="903"/>
                    <a:pt x="0" y="903"/>
                  </a:cubicBezTo>
                  <a:lnTo>
                    <a:pt x="351" y="953"/>
                  </a:lnTo>
                  <a:cubicBezTo>
                    <a:pt x="351" y="953"/>
                    <a:pt x="376" y="727"/>
                    <a:pt x="426" y="502"/>
                  </a:cubicBezTo>
                  <a:cubicBezTo>
                    <a:pt x="426" y="401"/>
                    <a:pt x="451" y="301"/>
                    <a:pt x="476" y="226"/>
                  </a:cubicBezTo>
                  <a:cubicBezTo>
                    <a:pt x="501" y="126"/>
                    <a:pt x="501" y="75"/>
                    <a:pt x="501" y="75"/>
                  </a:cubicBezTo>
                  <a:lnTo>
                    <a:pt x="150" y="0"/>
                  </a:ln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689;p65">
              <a:extLst>
                <a:ext uri="{FF2B5EF4-FFF2-40B4-BE49-F238E27FC236}">
                  <a16:creationId xmlns:a16="http://schemas.microsoft.com/office/drawing/2014/main" id="{3F3499EF-C391-1FD4-70D6-6BE76AD92EF3}"/>
                </a:ext>
              </a:extLst>
            </p:cNvPr>
            <p:cNvSpPr/>
            <p:nvPr/>
          </p:nvSpPr>
          <p:spPr>
            <a:xfrm>
              <a:off x="1373524" y="3318739"/>
              <a:ext cx="31008" cy="49006"/>
            </a:xfrm>
            <a:custGeom>
              <a:avLst/>
              <a:gdLst/>
              <a:ahLst/>
              <a:cxnLst/>
              <a:rect l="l" t="t" r="r" b="b"/>
              <a:pathLst>
                <a:path w="603" h="953" extrusionOk="0">
                  <a:moveTo>
                    <a:pt x="251" y="0"/>
                  </a:moveTo>
                  <a:lnTo>
                    <a:pt x="1" y="877"/>
                  </a:lnTo>
                  <a:lnTo>
                    <a:pt x="352" y="952"/>
                  </a:lnTo>
                  <a:lnTo>
                    <a:pt x="602" y="100"/>
                  </a:lnTo>
                  <a:lnTo>
                    <a:pt x="251" y="0"/>
                  </a:lnTo>
                  <a:close/>
                </a:path>
              </a:pathLst>
            </a:custGeom>
            <a:solidFill>
              <a:srgbClr val="D37B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690;p65">
              <a:extLst>
                <a:ext uri="{FF2B5EF4-FFF2-40B4-BE49-F238E27FC236}">
                  <a16:creationId xmlns:a16="http://schemas.microsoft.com/office/drawing/2014/main" id="{7F29F338-507F-AD90-95E2-BD2C6DBEA577}"/>
                </a:ext>
              </a:extLst>
            </p:cNvPr>
            <p:cNvSpPr/>
            <p:nvPr/>
          </p:nvSpPr>
          <p:spPr>
            <a:xfrm>
              <a:off x="1394145" y="3252969"/>
              <a:ext cx="36150" cy="50343"/>
            </a:xfrm>
            <a:custGeom>
              <a:avLst/>
              <a:gdLst/>
              <a:ahLst/>
              <a:cxnLst/>
              <a:rect l="l" t="t" r="r" b="b"/>
              <a:pathLst>
                <a:path w="703" h="979" extrusionOk="0">
                  <a:moveTo>
                    <a:pt x="352" y="1"/>
                  </a:moveTo>
                  <a:lnTo>
                    <a:pt x="1" y="853"/>
                  </a:lnTo>
                  <a:lnTo>
                    <a:pt x="352" y="978"/>
                  </a:lnTo>
                  <a:lnTo>
                    <a:pt x="702" y="176"/>
                  </a:lnTo>
                  <a:lnTo>
                    <a:pt x="3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691;p65">
              <a:extLst>
                <a:ext uri="{FF2B5EF4-FFF2-40B4-BE49-F238E27FC236}">
                  <a16:creationId xmlns:a16="http://schemas.microsoft.com/office/drawing/2014/main" id="{0F2BC3C9-3222-2012-D702-6B976F449D5A}"/>
                </a:ext>
              </a:extLst>
            </p:cNvPr>
            <p:cNvSpPr/>
            <p:nvPr/>
          </p:nvSpPr>
          <p:spPr>
            <a:xfrm>
              <a:off x="1423816" y="3192392"/>
              <a:ext cx="40007" cy="49057"/>
            </a:xfrm>
            <a:custGeom>
              <a:avLst/>
              <a:gdLst/>
              <a:ahLst/>
              <a:cxnLst/>
              <a:rect l="l" t="t" r="r" b="b"/>
              <a:pathLst>
                <a:path w="778" h="954" extrusionOk="0">
                  <a:moveTo>
                    <a:pt x="451" y="1"/>
                  </a:moveTo>
                  <a:cubicBezTo>
                    <a:pt x="451" y="1"/>
                    <a:pt x="351" y="201"/>
                    <a:pt x="226" y="402"/>
                  </a:cubicBezTo>
                  <a:cubicBezTo>
                    <a:pt x="100" y="577"/>
                    <a:pt x="0" y="803"/>
                    <a:pt x="0" y="803"/>
                  </a:cubicBezTo>
                  <a:lnTo>
                    <a:pt x="326" y="953"/>
                  </a:lnTo>
                  <a:cubicBezTo>
                    <a:pt x="326" y="953"/>
                    <a:pt x="426" y="778"/>
                    <a:pt x="526" y="577"/>
                  </a:cubicBezTo>
                  <a:cubicBezTo>
                    <a:pt x="652" y="402"/>
                    <a:pt x="777" y="201"/>
                    <a:pt x="777" y="201"/>
                  </a:cubicBezTo>
                  <a:lnTo>
                    <a:pt x="4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692;p65">
              <a:extLst>
                <a:ext uri="{FF2B5EF4-FFF2-40B4-BE49-F238E27FC236}">
                  <a16:creationId xmlns:a16="http://schemas.microsoft.com/office/drawing/2014/main" id="{4219F50F-8FA1-35C3-1DD6-43F838844B6E}"/>
                </a:ext>
              </a:extLst>
            </p:cNvPr>
            <p:cNvSpPr/>
            <p:nvPr/>
          </p:nvSpPr>
          <p:spPr>
            <a:xfrm>
              <a:off x="1459864" y="3135724"/>
              <a:ext cx="43915" cy="49006"/>
            </a:xfrm>
            <a:custGeom>
              <a:avLst/>
              <a:gdLst/>
              <a:ahLst/>
              <a:cxnLst/>
              <a:rect l="l" t="t" r="r" b="b"/>
              <a:pathLst>
                <a:path w="854" h="953" extrusionOk="0">
                  <a:moveTo>
                    <a:pt x="577" y="0"/>
                  </a:moveTo>
                  <a:lnTo>
                    <a:pt x="1" y="727"/>
                  </a:lnTo>
                  <a:lnTo>
                    <a:pt x="302" y="952"/>
                  </a:lnTo>
                  <a:lnTo>
                    <a:pt x="853" y="251"/>
                  </a:lnTo>
                  <a:lnTo>
                    <a:pt x="5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693;p65">
              <a:extLst>
                <a:ext uri="{FF2B5EF4-FFF2-40B4-BE49-F238E27FC236}">
                  <a16:creationId xmlns:a16="http://schemas.microsoft.com/office/drawing/2014/main" id="{2B300992-9E1F-445A-E3B6-3641A4BB38AA}"/>
                </a:ext>
              </a:extLst>
            </p:cNvPr>
            <p:cNvSpPr/>
            <p:nvPr/>
          </p:nvSpPr>
          <p:spPr>
            <a:xfrm>
              <a:off x="1503728" y="3084146"/>
              <a:ext cx="46435" cy="47720"/>
            </a:xfrm>
            <a:custGeom>
              <a:avLst/>
              <a:gdLst/>
              <a:ahLst/>
              <a:cxnLst/>
              <a:rect l="l" t="t" r="r" b="b"/>
              <a:pathLst>
                <a:path w="903" h="928" extrusionOk="0">
                  <a:moveTo>
                    <a:pt x="627" y="1"/>
                  </a:moveTo>
                  <a:cubicBezTo>
                    <a:pt x="627" y="1"/>
                    <a:pt x="476" y="176"/>
                    <a:pt x="301" y="326"/>
                  </a:cubicBezTo>
                  <a:cubicBezTo>
                    <a:pt x="226" y="427"/>
                    <a:pt x="150" y="502"/>
                    <a:pt x="100" y="577"/>
                  </a:cubicBezTo>
                  <a:cubicBezTo>
                    <a:pt x="50" y="627"/>
                    <a:pt x="0" y="677"/>
                    <a:pt x="0" y="677"/>
                  </a:cubicBezTo>
                  <a:lnTo>
                    <a:pt x="276" y="928"/>
                  </a:lnTo>
                  <a:cubicBezTo>
                    <a:pt x="276" y="928"/>
                    <a:pt x="326" y="878"/>
                    <a:pt x="376" y="803"/>
                  </a:cubicBezTo>
                  <a:cubicBezTo>
                    <a:pt x="426" y="752"/>
                    <a:pt x="501" y="652"/>
                    <a:pt x="576" y="577"/>
                  </a:cubicBezTo>
                  <a:cubicBezTo>
                    <a:pt x="727" y="427"/>
                    <a:pt x="902" y="276"/>
                    <a:pt x="902" y="276"/>
                  </a:cubicBezTo>
                  <a:lnTo>
                    <a:pt x="6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694;p65">
              <a:extLst>
                <a:ext uri="{FF2B5EF4-FFF2-40B4-BE49-F238E27FC236}">
                  <a16:creationId xmlns:a16="http://schemas.microsoft.com/office/drawing/2014/main" id="{AA743BC4-D928-3A4D-ABDF-F3709F160CF0}"/>
                </a:ext>
              </a:extLst>
            </p:cNvPr>
            <p:cNvSpPr/>
            <p:nvPr/>
          </p:nvSpPr>
          <p:spPr>
            <a:xfrm>
              <a:off x="1552683" y="3037763"/>
              <a:ext cx="47720" cy="45149"/>
            </a:xfrm>
            <a:custGeom>
              <a:avLst/>
              <a:gdLst/>
              <a:ahLst/>
              <a:cxnLst/>
              <a:rect l="l" t="t" r="r" b="b"/>
              <a:pathLst>
                <a:path w="928" h="878" extrusionOk="0">
                  <a:moveTo>
                    <a:pt x="702" y="0"/>
                  </a:moveTo>
                  <a:cubicBezTo>
                    <a:pt x="702" y="0"/>
                    <a:pt x="652" y="50"/>
                    <a:pt x="577" y="101"/>
                  </a:cubicBezTo>
                  <a:cubicBezTo>
                    <a:pt x="527" y="151"/>
                    <a:pt x="426" y="226"/>
                    <a:pt x="351" y="301"/>
                  </a:cubicBezTo>
                  <a:cubicBezTo>
                    <a:pt x="176" y="451"/>
                    <a:pt x="0" y="602"/>
                    <a:pt x="0" y="602"/>
                  </a:cubicBezTo>
                  <a:lnTo>
                    <a:pt x="251" y="878"/>
                  </a:lnTo>
                  <a:cubicBezTo>
                    <a:pt x="251" y="878"/>
                    <a:pt x="426" y="727"/>
                    <a:pt x="577" y="577"/>
                  </a:cubicBezTo>
                  <a:cubicBezTo>
                    <a:pt x="677" y="502"/>
                    <a:pt x="752" y="426"/>
                    <a:pt x="827" y="376"/>
                  </a:cubicBezTo>
                  <a:cubicBezTo>
                    <a:pt x="878" y="326"/>
                    <a:pt x="928" y="301"/>
                    <a:pt x="928" y="301"/>
                  </a:cubicBezTo>
                  <a:lnTo>
                    <a:pt x="7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95;p65">
              <a:extLst>
                <a:ext uri="{FF2B5EF4-FFF2-40B4-BE49-F238E27FC236}">
                  <a16:creationId xmlns:a16="http://schemas.microsoft.com/office/drawing/2014/main" id="{7A037F4D-0F6E-33E7-0788-C846EE846648}"/>
                </a:ext>
              </a:extLst>
            </p:cNvPr>
            <p:cNvSpPr/>
            <p:nvPr/>
          </p:nvSpPr>
          <p:spPr>
            <a:xfrm>
              <a:off x="1606831" y="2996521"/>
              <a:ext cx="49006" cy="42578"/>
            </a:xfrm>
            <a:custGeom>
              <a:avLst/>
              <a:gdLst/>
              <a:ahLst/>
              <a:cxnLst/>
              <a:rect l="l" t="t" r="r" b="b"/>
              <a:pathLst>
                <a:path w="953" h="828" extrusionOk="0">
                  <a:moveTo>
                    <a:pt x="727" y="0"/>
                  </a:moveTo>
                  <a:cubicBezTo>
                    <a:pt x="727" y="0"/>
                    <a:pt x="551" y="126"/>
                    <a:pt x="351" y="276"/>
                  </a:cubicBezTo>
                  <a:cubicBezTo>
                    <a:pt x="175" y="401"/>
                    <a:pt x="0" y="552"/>
                    <a:pt x="0" y="552"/>
                  </a:cubicBezTo>
                  <a:lnTo>
                    <a:pt x="226" y="827"/>
                  </a:lnTo>
                  <a:cubicBezTo>
                    <a:pt x="226" y="827"/>
                    <a:pt x="401" y="702"/>
                    <a:pt x="576" y="552"/>
                  </a:cubicBezTo>
                  <a:cubicBezTo>
                    <a:pt x="752" y="426"/>
                    <a:pt x="952" y="301"/>
                    <a:pt x="952" y="301"/>
                  </a:cubicBezTo>
                  <a:lnTo>
                    <a:pt x="72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696;p65">
              <a:extLst>
                <a:ext uri="{FF2B5EF4-FFF2-40B4-BE49-F238E27FC236}">
                  <a16:creationId xmlns:a16="http://schemas.microsoft.com/office/drawing/2014/main" id="{D6D8F8A4-5041-21D2-9DCD-49A44D434715}"/>
                </a:ext>
              </a:extLst>
            </p:cNvPr>
            <p:cNvSpPr/>
            <p:nvPr/>
          </p:nvSpPr>
          <p:spPr>
            <a:xfrm>
              <a:off x="1663500" y="2960422"/>
              <a:ext cx="50343" cy="40007"/>
            </a:xfrm>
            <a:custGeom>
              <a:avLst/>
              <a:gdLst/>
              <a:ahLst/>
              <a:cxnLst/>
              <a:rect l="l" t="t" r="r" b="b"/>
              <a:pathLst>
                <a:path w="979" h="778" extrusionOk="0">
                  <a:moveTo>
                    <a:pt x="778" y="1"/>
                  </a:moveTo>
                  <a:cubicBezTo>
                    <a:pt x="778" y="1"/>
                    <a:pt x="577" y="101"/>
                    <a:pt x="402" y="226"/>
                  </a:cubicBezTo>
                  <a:cubicBezTo>
                    <a:pt x="302" y="276"/>
                    <a:pt x="201" y="326"/>
                    <a:pt x="126" y="377"/>
                  </a:cubicBezTo>
                  <a:cubicBezTo>
                    <a:pt x="51" y="427"/>
                    <a:pt x="1" y="477"/>
                    <a:pt x="1" y="477"/>
                  </a:cubicBezTo>
                  <a:lnTo>
                    <a:pt x="201" y="778"/>
                  </a:lnTo>
                  <a:lnTo>
                    <a:pt x="327" y="702"/>
                  </a:lnTo>
                  <a:cubicBezTo>
                    <a:pt x="377" y="652"/>
                    <a:pt x="477" y="577"/>
                    <a:pt x="577" y="527"/>
                  </a:cubicBezTo>
                  <a:cubicBezTo>
                    <a:pt x="778" y="427"/>
                    <a:pt x="978" y="301"/>
                    <a:pt x="978" y="301"/>
                  </a:cubicBezTo>
                  <a:lnTo>
                    <a:pt x="7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697;p65">
              <a:extLst>
                <a:ext uri="{FF2B5EF4-FFF2-40B4-BE49-F238E27FC236}">
                  <a16:creationId xmlns:a16="http://schemas.microsoft.com/office/drawing/2014/main" id="{2B23031A-2606-9643-EF76-D5196D83B35F}"/>
                </a:ext>
              </a:extLst>
            </p:cNvPr>
            <p:cNvSpPr/>
            <p:nvPr/>
          </p:nvSpPr>
          <p:spPr>
            <a:xfrm>
              <a:off x="1724076" y="2926894"/>
              <a:ext cx="49057" cy="38721"/>
            </a:xfrm>
            <a:custGeom>
              <a:avLst/>
              <a:gdLst/>
              <a:ahLst/>
              <a:cxnLst/>
              <a:rect l="l" t="t" r="r" b="b"/>
              <a:pathLst>
                <a:path w="954" h="753" extrusionOk="0">
                  <a:moveTo>
                    <a:pt x="803" y="1"/>
                  </a:moveTo>
                  <a:cubicBezTo>
                    <a:pt x="803" y="1"/>
                    <a:pt x="602" y="101"/>
                    <a:pt x="402" y="201"/>
                  </a:cubicBezTo>
                  <a:cubicBezTo>
                    <a:pt x="302" y="252"/>
                    <a:pt x="201" y="327"/>
                    <a:pt x="101" y="352"/>
                  </a:cubicBezTo>
                  <a:cubicBezTo>
                    <a:pt x="51" y="402"/>
                    <a:pt x="1" y="427"/>
                    <a:pt x="1" y="427"/>
                  </a:cubicBezTo>
                  <a:lnTo>
                    <a:pt x="176" y="753"/>
                  </a:lnTo>
                  <a:cubicBezTo>
                    <a:pt x="176" y="753"/>
                    <a:pt x="226" y="728"/>
                    <a:pt x="276" y="678"/>
                  </a:cubicBezTo>
                  <a:cubicBezTo>
                    <a:pt x="352" y="628"/>
                    <a:pt x="452" y="577"/>
                    <a:pt x="552" y="527"/>
                  </a:cubicBezTo>
                  <a:cubicBezTo>
                    <a:pt x="753" y="427"/>
                    <a:pt x="953" y="327"/>
                    <a:pt x="953" y="327"/>
                  </a:cubicBezTo>
                  <a:lnTo>
                    <a:pt x="8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698;p65">
              <a:extLst>
                <a:ext uri="{FF2B5EF4-FFF2-40B4-BE49-F238E27FC236}">
                  <a16:creationId xmlns:a16="http://schemas.microsoft.com/office/drawing/2014/main" id="{0058E3C2-7A21-18EB-1A00-36C2A7013718}"/>
                </a:ext>
              </a:extLst>
            </p:cNvPr>
            <p:cNvSpPr/>
            <p:nvPr/>
          </p:nvSpPr>
          <p:spPr>
            <a:xfrm>
              <a:off x="1332283" y="2944790"/>
              <a:ext cx="1346858" cy="1182975"/>
            </a:xfrm>
            <a:custGeom>
              <a:avLst/>
              <a:gdLst/>
              <a:ahLst/>
              <a:cxnLst/>
              <a:rect l="l" t="t" r="r" b="b"/>
              <a:pathLst>
                <a:path w="26192" h="23005" extrusionOk="0">
                  <a:moveTo>
                    <a:pt x="13108" y="0"/>
                  </a:moveTo>
                  <a:cubicBezTo>
                    <a:pt x="11523" y="0"/>
                    <a:pt x="9912" y="331"/>
                    <a:pt x="8372" y="1031"/>
                  </a:cubicBezTo>
                  <a:cubicBezTo>
                    <a:pt x="2582" y="3638"/>
                    <a:pt x="1" y="10455"/>
                    <a:pt x="2607" y="16245"/>
                  </a:cubicBezTo>
                  <a:cubicBezTo>
                    <a:pt x="4540" y="20496"/>
                    <a:pt x="8730" y="23004"/>
                    <a:pt x="13112" y="23004"/>
                  </a:cubicBezTo>
                  <a:cubicBezTo>
                    <a:pt x="14697" y="23004"/>
                    <a:pt x="16308" y="22676"/>
                    <a:pt x="17845" y="21984"/>
                  </a:cubicBezTo>
                  <a:cubicBezTo>
                    <a:pt x="23610" y="19377"/>
                    <a:pt x="26191" y="12560"/>
                    <a:pt x="23585" y="6771"/>
                  </a:cubicBezTo>
                  <a:cubicBezTo>
                    <a:pt x="21653" y="2521"/>
                    <a:pt x="17480" y="0"/>
                    <a:pt x="13108" y="0"/>
                  </a:cubicBezTo>
                  <a:close/>
                </a:path>
              </a:pathLst>
            </a:custGeom>
            <a:solidFill>
              <a:srgbClr val="C5D7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699;p65">
              <a:extLst>
                <a:ext uri="{FF2B5EF4-FFF2-40B4-BE49-F238E27FC236}">
                  <a16:creationId xmlns:a16="http://schemas.microsoft.com/office/drawing/2014/main" id="{A73DB172-82AE-4E07-EA1C-873B868B7520}"/>
                </a:ext>
              </a:extLst>
            </p:cNvPr>
            <p:cNvSpPr/>
            <p:nvPr/>
          </p:nvSpPr>
          <p:spPr>
            <a:xfrm>
              <a:off x="1332283" y="2944790"/>
              <a:ext cx="1346858" cy="1182975"/>
            </a:xfrm>
            <a:custGeom>
              <a:avLst/>
              <a:gdLst/>
              <a:ahLst/>
              <a:cxnLst/>
              <a:rect l="l" t="t" r="r" b="b"/>
              <a:pathLst>
                <a:path w="26192" h="23005" extrusionOk="0">
                  <a:moveTo>
                    <a:pt x="13108" y="0"/>
                  </a:moveTo>
                  <a:cubicBezTo>
                    <a:pt x="11523" y="0"/>
                    <a:pt x="9912" y="331"/>
                    <a:pt x="8372" y="1031"/>
                  </a:cubicBezTo>
                  <a:cubicBezTo>
                    <a:pt x="2582" y="3638"/>
                    <a:pt x="1" y="10455"/>
                    <a:pt x="2607" y="16245"/>
                  </a:cubicBezTo>
                  <a:cubicBezTo>
                    <a:pt x="4540" y="20496"/>
                    <a:pt x="8730" y="23004"/>
                    <a:pt x="13112" y="23004"/>
                  </a:cubicBezTo>
                  <a:cubicBezTo>
                    <a:pt x="14697" y="23004"/>
                    <a:pt x="16308" y="22676"/>
                    <a:pt x="17845" y="21984"/>
                  </a:cubicBezTo>
                  <a:cubicBezTo>
                    <a:pt x="23610" y="19377"/>
                    <a:pt x="26191" y="12560"/>
                    <a:pt x="23585" y="6771"/>
                  </a:cubicBezTo>
                  <a:cubicBezTo>
                    <a:pt x="21653" y="2521"/>
                    <a:pt x="17480" y="0"/>
                    <a:pt x="131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700;p65">
              <a:extLst>
                <a:ext uri="{FF2B5EF4-FFF2-40B4-BE49-F238E27FC236}">
                  <a16:creationId xmlns:a16="http://schemas.microsoft.com/office/drawing/2014/main" id="{C7923F73-676A-C147-8FEB-B40E67CEE877}"/>
                </a:ext>
              </a:extLst>
            </p:cNvPr>
            <p:cNvSpPr/>
            <p:nvPr/>
          </p:nvSpPr>
          <p:spPr>
            <a:xfrm>
              <a:off x="1288470" y="3262019"/>
              <a:ext cx="735959" cy="560660"/>
            </a:xfrm>
            <a:custGeom>
              <a:avLst/>
              <a:gdLst/>
              <a:ahLst/>
              <a:cxnLst/>
              <a:rect l="l" t="t" r="r" b="b"/>
              <a:pathLst>
                <a:path w="14312" h="10903" extrusionOk="0">
                  <a:moveTo>
                    <a:pt x="1404" y="0"/>
                  </a:moveTo>
                  <a:lnTo>
                    <a:pt x="1404" y="0"/>
                  </a:lnTo>
                  <a:cubicBezTo>
                    <a:pt x="51" y="3384"/>
                    <a:pt x="1" y="7294"/>
                    <a:pt x="1630" y="10903"/>
                  </a:cubicBezTo>
                  <a:lnTo>
                    <a:pt x="14311" y="5163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701;p65">
              <a:extLst>
                <a:ext uri="{FF2B5EF4-FFF2-40B4-BE49-F238E27FC236}">
                  <a16:creationId xmlns:a16="http://schemas.microsoft.com/office/drawing/2014/main" id="{1F8BB2DD-41C9-177B-6595-FCFD48831EF5}"/>
                </a:ext>
              </a:extLst>
            </p:cNvPr>
            <p:cNvSpPr/>
            <p:nvPr/>
          </p:nvSpPr>
          <p:spPr>
            <a:xfrm>
              <a:off x="1747268" y="2804250"/>
              <a:ext cx="328693" cy="723309"/>
            </a:xfrm>
            <a:custGeom>
              <a:avLst/>
              <a:gdLst/>
              <a:ahLst/>
              <a:cxnLst/>
              <a:rect l="l" t="t" r="r" b="b"/>
              <a:pathLst>
                <a:path w="6392" h="14066" extrusionOk="0">
                  <a:moveTo>
                    <a:pt x="4913" y="1"/>
                  </a:moveTo>
                  <a:cubicBezTo>
                    <a:pt x="3276" y="1"/>
                    <a:pt x="1617" y="292"/>
                    <a:pt x="1" y="907"/>
                  </a:cubicBezTo>
                  <a:lnTo>
                    <a:pt x="5389" y="14065"/>
                  </a:lnTo>
                  <a:lnTo>
                    <a:pt x="6392" y="80"/>
                  </a:lnTo>
                  <a:cubicBezTo>
                    <a:pt x="5902" y="28"/>
                    <a:pt x="5409" y="1"/>
                    <a:pt x="49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702;p65">
              <a:extLst>
                <a:ext uri="{FF2B5EF4-FFF2-40B4-BE49-F238E27FC236}">
                  <a16:creationId xmlns:a16="http://schemas.microsoft.com/office/drawing/2014/main" id="{A69A97A5-87C6-5D41-7231-54B610373B6F}"/>
                </a:ext>
              </a:extLst>
            </p:cNvPr>
            <p:cNvSpPr/>
            <p:nvPr/>
          </p:nvSpPr>
          <p:spPr>
            <a:xfrm>
              <a:off x="2023102" y="3486276"/>
              <a:ext cx="723052" cy="738530"/>
            </a:xfrm>
            <a:custGeom>
              <a:avLst/>
              <a:gdLst/>
              <a:ahLst/>
              <a:cxnLst/>
              <a:rect l="l" t="t" r="r" b="b"/>
              <a:pathLst>
                <a:path w="14061" h="14362" extrusionOk="0">
                  <a:moveTo>
                    <a:pt x="13634" y="0"/>
                  </a:moveTo>
                  <a:lnTo>
                    <a:pt x="0" y="827"/>
                  </a:lnTo>
                  <a:lnTo>
                    <a:pt x="4186" y="14361"/>
                  </a:lnTo>
                  <a:cubicBezTo>
                    <a:pt x="4587" y="14236"/>
                    <a:pt x="4988" y="14085"/>
                    <a:pt x="5389" y="13885"/>
                  </a:cubicBezTo>
                  <a:cubicBezTo>
                    <a:pt x="10928" y="11404"/>
                    <a:pt x="14061" y="5740"/>
                    <a:pt x="136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703;p65">
              <a:extLst>
                <a:ext uri="{FF2B5EF4-FFF2-40B4-BE49-F238E27FC236}">
                  <a16:creationId xmlns:a16="http://schemas.microsoft.com/office/drawing/2014/main" id="{7ACACB96-AF29-7EDD-8382-40127E95ED6C}"/>
                </a:ext>
              </a:extLst>
            </p:cNvPr>
            <p:cNvSpPr/>
            <p:nvPr/>
          </p:nvSpPr>
          <p:spPr>
            <a:xfrm>
              <a:off x="1477913" y="3528803"/>
              <a:ext cx="545233" cy="871251"/>
            </a:xfrm>
            <a:custGeom>
              <a:avLst/>
              <a:gdLst/>
              <a:ahLst/>
              <a:cxnLst/>
              <a:rect l="l" t="t" r="r" b="b"/>
              <a:pathLst>
                <a:path w="10603" h="16943" extrusionOk="0">
                  <a:moveTo>
                    <a:pt x="10602" y="0"/>
                  </a:moveTo>
                  <a:lnTo>
                    <a:pt x="1" y="14161"/>
                  </a:lnTo>
                  <a:cubicBezTo>
                    <a:pt x="1780" y="15464"/>
                    <a:pt x="3810" y="16391"/>
                    <a:pt x="5941" y="16943"/>
                  </a:cubicBezTo>
                  <a:lnTo>
                    <a:pt x="106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704;p65">
              <a:extLst>
                <a:ext uri="{FF2B5EF4-FFF2-40B4-BE49-F238E27FC236}">
                  <a16:creationId xmlns:a16="http://schemas.microsoft.com/office/drawing/2014/main" id="{557F1AA9-D834-1AA3-BECB-1871A551ABEB}"/>
                </a:ext>
              </a:extLst>
            </p:cNvPr>
            <p:cNvSpPr/>
            <p:nvPr/>
          </p:nvSpPr>
          <p:spPr>
            <a:xfrm>
              <a:off x="2029530" y="4162902"/>
              <a:ext cx="56770" cy="104439"/>
            </a:xfrm>
            <a:custGeom>
              <a:avLst/>
              <a:gdLst/>
              <a:ahLst/>
              <a:cxnLst/>
              <a:rect l="l" t="t" r="r" b="b"/>
              <a:pathLst>
                <a:path w="1104" h="2031" extrusionOk="0">
                  <a:moveTo>
                    <a:pt x="702" y="0"/>
                  </a:moveTo>
                  <a:lnTo>
                    <a:pt x="1" y="1880"/>
                  </a:lnTo>
                  <a:lnTo>
                    <a:pt x="402" y="2030"/>
                  </a:lnTo>
                  <a:lnTo>
                    <a:pt x="1103" y="151"/>
                  </a:lnTo>
                  <a:lnTo>
                    <a:pt x="7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705;p65">
              <a:extLst>
                <a:ext uri="{FF2B5EF4-FFF2-40B4-BE49-F238E27FC236}">
                  <a16:creationId xmlns:a16="http://schemas.microsoft.com/office/drawing/2014/main" id="{BCF87BB7-0B3C-B21A-DB16-D6A0F5131E27}"/>
                </a:ext>
              </a:extLst>
            </p:cNvPr>
            <p:cNvSpPr/>
            <p:nvPr/>
          </p:nvSpPr>
          <p:spPr>
            <a:xfrm>
              <a:off x="2006338" y="4187380"/>
              <a:ext cx="103154" cy="55485"/>
            </a:xfrm>
            <a:custGeom>
              <a:avLst/>
              <a:gdLst/>
              <a:ahLst/>
              <a:cxnLst/>
              <a:rect l="l" t="t" r="r" b="b"/>
              <a:pathLst>
                <a:path w="2006" h="1079" extrusionOk="0">
                  <a:moveTo>
                    <a:pt x="151" y="0"/>
                  </a:moveTo>
                  <a:lnTo>
                    <a:pt x="1" y="376"/>
                  </a:lnTo>
                  <a:lnTo>
                    <a:pt x="1855" y="1078"/>
                  </a:lnTo>
                  <a:lnTo>
                    <a:pt x="2006" y="702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706;p65">
              <a:extLst>
                <a:ext uri="{FF2B5EF4-FFF2-40B4-BE49-F238E27FC236}">
                  <a16:creationId xmlns:a16="http://schemas.microsoft.com/office/drawing/2014/main" id="{DE552083-75CA-8109-B952-92F3468738C7}"/>
                </a:ext>
              </a:extLst>
            </p:cNvPr>
            <p:cNvSpPr/>
            <p:nvPr/>
          </p:nvSpPr>
          <p:spPr>
            <a:xfrm>
              <a:off x="2269265" y="3116389"/>
              <a:ext cx="55485" cy="104439"/>
            </a:xfrm>
            <a:custGeom>
              <a:avLst/>
              <a:gdLst/>
              <a:ahLst/>
              <a:cxnLst/>
              <a:rect l="l" t="t" r="r" b="b"/>
              <a:pathLst>
                <a:path w="1079" h="2031" extrusionOk="0">
                  <a:moveTo>
                    <a:pt x="702" y="0"/>
                  </a:moveTo>
                  <a:lnTo>
                    <a:pt x="0" y="1880"/>
                  </a:lnTo>
                  <a:lnTo>
                    <a:pt x="376" y="2030"/>
                  </a:lnTo>
                  <a:lnTo>
                    <a:pt x="1078" y="151"/>
                  </a:lnTo>
                  <a:lnTo>
                    <a:pt x="70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707;p65">
              <a:extLst>
                <a:ext uri="{FF2B5EF4-FFF2-40B4-BE49-F238E27FC236}">
                  <a16:creationId xmlns:a16="http://schemas.microsoft.com/office/drawing/2014/main" id="{F048B0AA-408B-F46E-8856-F74E3415A491}"/>
                </a:ext>
              </a:extLst>
            </p:cNvPr>
            <p:cNvSpPr/>
            <p:nvPr/>
          </p:nvSpPr>
          <p:spPr>
            <a:xfrm>
              <a:off x="2246073" y="3140866"/>
              <a:ext cx="101868" cy="55485"/>
            </a:xfrm>
            <a:custGeom>
              <a:avLst/>
              <a:gdLst/>
              <a:ahLst/>
              <a:cxnLst/>
              <a:rect l="l" t="t" r="r" b="b"/>
              <a:pathLst>
                <a:path w="1981" h="1079" extrusionOk="0">
                  <a:moveTo>
                    <a:pt x="126" y="0"/>
                  </a:moveTo>
                  <a:lnTo>
                    <a:pt x="0" y="376"/>
                  </a:lnTo>
                  <a:lnTo>
                    <a:pt x="1855" y="1078"/>
                  </a:lnTo>
                  <a:lnTo>
                    <a:pt x="1980" y="702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708;p65">
              <a:extLst>
                <a:ext uri="{FF2B5EF4-FFF2-40B4-BE49-F238E27FC236}">
                  <a16:creationId xmlns:a16="http://schemas.microsoft.com/office/drawing/2014/main" id="{79E62965-081E-41E1-F53A-A8273F8619BF}"/>
                </a:ext>
              </a:extLst>
            </p:cNvPr>
            <p:cNvSpPr/>
            <p:nvPr/>
          </p:nvSpPr>
          <p:spPr>
            <a:xfrm>
              <a:off x="1342619" y="3021822"/>
              <a:ext cx="110867" cy="102331"/>
            </a:xfrm>
            <a:custGeom>
              <a:avLst/>
              <a:gdLst/>
              <a:ahLst/>
              <a:cxnLst/>
              <a:rect l="l" t="t" r="r" b="b"/>
              <a:pathLst>
                <a:path w="2156" h="1990" extrusionOk="0">
                  <a:moveTo>
                    <a:pt x="1003" y="411"/>
                  </a:moveTo>
                  <a:cubicBezTo>
                    <a:pt x="1228" y="411"/>
                    <a:pt x="1454" y="536"/>
                    <a:pt x="1554" y="761"/>
                  </a:cubicBezTo>
                  <a:cubicBezTo>
                    <a:pt x="1679" y="1037"/>
                    <a:pt x="1554" y="1388"/>
                    <a:pt x="1253" y="1513"/>
                  </a:cubicBezTo>
                  <a:cubicBezTo>
                    <a:pt x="1178" y="1554"/>
                    <a:pt x="1096" y="1573"/>
                    <a:pt x="1014" y="1573"/>
                  </a:cubicBezTo>
                  <a:cubicBezTo>
                    <a:pt x="792" y="1573"/>
                    <a:pt x="568" y="1439"/>
                    <a:pt x="476" y="1238"/>
                  </a:cubicBezTo>
                  <a:cubicBezTo>
                    <a:pt x="426" y="1087"/>
                    <a:pt x="401" y="937"/>
                    <a:pt x="476" y="787"/>
                  </a:cubicBezTo>
                  <a:cubicBezTo>
                    <a:pt x="526" y="636"/>
                    <a:pt x="627" y="536"/>
                    <a:pt x="777" y="461"/>
                  </a:cubicBezTo>
                  <a:cubicBezTo>
                    <a:pt x="852" y="436"/>
                    <a:pt x="928" y="411"/>
                    <a:pt x="1003" y="411"/>
                  </a:cubicBezTo>
                  <a:close/>
                  <a:moveTo>
                    <a:pt x="984" y="1"/>
                  </a:moveTo>
                  <a:cubicBezTo>
                    <a:pt x="853" y="1"/>
                    <a:pt x="723" y="28"/>
                    <a:pt x="602" y="85"/>
                  </a:cubicBezTo>
                  <a:cubicBezTo>
                    <a:pt x="351" y="210"/>
                    <a:pt x="176" y="386"/>
                    <a:pt x="75" y="636"/>
                  </a:cubicBezTo>
                  <a:cubicBezTo>
                    <a:pt x="0" y="887"/>
                    <a:pt x="0" y="1162"/>
                    <a:pt x="100" y="1413"/>
                  </a:cubicBezTo>
                  <a:cubicBezTo>
                    <a:pt x="276" y="1764"/>
                    <a:pt x="627" y="1990"/>
                    <a:pt x="1003" y="1990"/>
                  </a:cubicBezTo>
                  <a:cubicBezTo>
                    <a:pt x="1153" y="1990"/>
                    <a:pt x="1303" y="1964"/>
                    <a:pt x="1429" y="1889"/>
                  </a:cubicBezTo>
                  <a:cubicBezTo>
                    <a:pt x="1930" y="1664"/>
                    <a:pt x="2156" y="1087"/>
                    <a:pt x="1930" y="586"/>
                  </a:cubicBezTo>
                  <a:cubicBezTo>
                    <a:pt x="1762" y="231"/>
                    <a:pt x="1370" y="1"/>
                    <a:pt x="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709;p65">
              <a:extLst>
                <a:ext uri="{FF2B5EF4-FFF2-40B4-BE49-F238E27FC236}">
                  <a16:creationId xmlns:a16="http://schemas.microsoft.com/office/drawing/2014/main" id="{BBE9D4D6-6D8D-1CE5-2431-5F1E46543AD9}"/>
                </a:ext>
              </a:extLst>
            </p:cNvPr>
            <p:cNvSpPr/>
            <p:nvPr/>
          </p:nvSpPr>
          <p:spPr>
            <a:xfrm>
              <a:off x="2104300" y="2852176"/>
              <a:ext cx="594187" cy="603186"/>
            </a:xfrm>
            <a:custGeom>
              <a:avLst/>
              <a:gdLst/>
              <a:ahLst/>
              <a:cxnLst/>
              <a:rect l="l" t="t" r="r" b="b"/>
              <a:pathLst>
                <a:path w="11555" h="11730" extrusionOk="0">
                  <a:moveTo>
                    <a:pt x="1228" y="451"/>
                  </a:moveTo>
                  <a:cubicBezTo>
                    <a:pt x="5138" y="953"/>
                    <a:pt x="8547" y="3434"/>
                    <a:pt x="10176" y="7018"/>
                  </a:cubicBezTo>
                  <a:cubicBezTo>
                    <a:pt x="10677" y="8196"/>
                    <a:pt x="11003" y="9399"/>
                    <a:pt x="11128" y="10652"/>
                  </a:cubicBezTo>
                  <a:lnTo>
                    <a:pt x="426" y="11304"/>
                  </a:lnTo>
                  <a:lnTo>
                    <a:pt x="1228" y="451"/>
                  </a:lnTo>
                  <a:close/>
                  <a:moveTo>
                    <a:pt x="852" y="0"/>
                  </a:moveTo>
                  <a:lnTo>
                    <a:pt x="0" y="11730"/>
                  </a:lnTo>
                  <a:lnTo>
                    <a:pt x="11554" y="11053"/>
                  </a:lnTo>
                  <a:lnTo>
                    <a:pt x="11554" y="10852"/>
                  </a:lnTo>
                  <a:cubicBezTo>
                    <a:pt x="11454" y="9474"/>
                    <a:pt x="11103" y="8121"/>
                    <a:pt x="10527" y="6842"/>
                  </a:cubicBezTo>
                  <a:cubicBezTo>
                    <a:pt x="8822" y="3083"/>
                    <a:pt x="5213" y="451"/>
                    <a:pt x="1078" y="25"/>
                  </a:cubicBezTo>
                  <a:lnTo>
                    <a:pt x="85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710;p65">
              <a:extLst>
                <a:ext uri="{FF2B5EF4-FFF2-40B4-BE49-F238E27FC236}">
                  <a16:creationId xmlns:a16="http://schemas.microsoft.com/office/drawing/2014/main" id="{7D0C916A-088F-B1EA-E45E-208E88F899DF}"/>
                </a:ext>
              </a:extLst>
            </p:cNvPr>
            <p:cNvSpPr/>
            <p:nvPr/>
          </p:nvSpPr>
          <p:spPr>
            <a:xfrm>
              <a:off x="2260215" y="4266006"/>
              <a:ext cx="70963" cy="41292"/>
            </a:xfrm>
            <a:custGeom>
              <a:avLst/>
              <a:gdLst/>
              <a:ahLst/>
              <a:cxnLst/>
              <a:rect l="l" t="t" r="r" b="b"/>
              <a:pathLst>
                <a:path w="1380" h="803" extrusionOk="0">
                  <a:moveTo>
                    <a:pt x="1254" y="0"/>
                  </a:moveTo>
                  <a:cubicBezTo>
                    <a:pt x="1254" y="0"/>
                    <a:pt x="1154" y="25"/>
                    <a:pt x="1054" y="75"/>
                  </a:cubicBezTo>
                  <a:cubicBezTo>
                    <a:pt x="928" y="125"/>
                    <a:pt x="778" y="176"/>
                    <a:pt x="627" y="251"/>
                  </a:cubicBezTo>
                  <a:cubicBezTo>
                    <a:pt x="477" y="301"/>
                    <a:pt x="302" y="351"/>
                    <a:pt x="201" y="401"/>
                  </a:cubicBezTo>
                  <a:cubicBezTo>
                    <a:pt x="76" y="426"/>
                    <a:pt x="1" y="451"/>
                    <a:pt x="1" y="451"/>
                  </a:cubicBezTo>
                  <a:lnTo>
                    <a:pt x="101" y="802"/>
                  </a:lnTo>
                  <a:cubicBezTo>
                    <a:pt x="101" y="802"/>
                    <a:pt x="176" y="777"/>
                    <a:pt x="302" y="752"/>
                  </a:cubicBezTo>
                  <a:cubicBezTo>
                    <a:pt x="427" y="702"/>
                    <a:pt x="577" y="652"/>
                    <a:pt x="753" y="602"/>
                  </a:cubicBezTo>
                  <a:cubicBezTo>
                    <a:pt x="903" y="526"/>
                    <a:pt x="1079" y="476"/>
                    <a:pt x="1179" y="426"/>
                  </a:cubicBezTo>
                  <a:cubicBezTo>
                    <a:pt x="1304" y="376"/>
                    <a:pt x="1379" y="326"/>
                    <a:pt x="1379" y="326"/>
                  </a:cubicBezTo>
                  <a:lnTo>
                    <a:pt x="12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711;p65">
              <a:extLst>
                <a:ext uri="{FF2B5EF4-FFF2-40B4-BE49-F238E27FC236}">
                  <a16:creationId xmlns:a16="http://schemas.microsoft.com/office/drawing/2014/main" id="{0F6A35C7-ED11-9C2C-DA28-2DFB8EEBBECD}"/>
                </a:ext>
              </a:extLst>
            </p:cNvPr>
            <p:cNvSpPr/>
            <p:nvPr/>
          </p:nvSpPr>
          <p:spPr>
            <a:xfrm>
              <a:off x="2354319" y="4219571"/>
              <a:ext cx="70912" cy="49057"/>
            </a:xfrm>
            <a:custGeom>
              <a:avLst/>
              <a:gdLst/>
              <a:ahLst/>
              <a:cxnLst/>
              <a:rect l="l" t="t" r="r" b="b"/>
              <a:pathLst>
                <a:path w="1379" h="954" extrusionOk="0">
                  <a:moveTo>
                    <a:pt x="1178" y="1"/>
                  </a:moveTo>
                  <a:cubicBezTo>
                    <a:pt x="1178" y="1"/>
                    <a:pt x="878" y="151"/>
                    <a:pt x="602" y="327"/>
                  </a:cubicBezTo>
                  <a:cubicBezTo>
                    <a:pt x="301" y="477"/>
                    <a:pt x="0" y="627"/>
                    <a:pt x="0" y="627"/>
                  </a:cubicBezTo>
                  <a:lnTo>
                    <a:pt x="151" y="953"/>
                  </a:lnTo>
                  <a:cubicBezTo>
                    <a:pt x="151" y="953"/>
                    <a:pt x="477" y="803"/>
                    <a:pt x="777" y="653"/>
                  </a:cubicBezTo>
                  <a:cubicBezTo>
                    <a:pt x="1078" y="477"/>
                    <a:pt x="1379" y="302"/>
                    <a:pt x="1379" y="302"/>
                  </a:cubicBezTo>
                  <a:lnTo>
                    <a:pt x="11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712;p65">
              <a:extLst>
                <a:ext uri="{FF2B5EF4-FFF2-40B4-BE49-F238E27FC236}">
                  <a16:creationId xmlns:a16="http://schemas.microsoft.com/office/drawing/2014/main" id="{3110D2B7-42B4-6B75-E730-C5B742307FA7}"/>
                </a:ext>
              </a:extLst>
            </p:cNvPr>
            <p:cNvSpPr/>
            <p:nvPr/>
          </p:nvSpPr>
          <p:spPr>
            <a:xfrm>
              <a:off x="2443230" y="4161617"/>
              <a:ext cx="67106" cy="55433"/>
            </a:xfrm>
            <a:custGeom>
              <a:avLst/>
              <a:gdLst/>
              <a:ahLst/>
              <a:cxnLst/>
              <a:rect l="l" t="t" r="r" b="b"/>
              <a:pathLst>
                <a:path w="1305" h="1078" extrusionOk="0">
                  <a:moveTo>
                    <a:pt x="1079" y="0"/>
                  </a:moveTo>
                  <a:cubicBezTo>
                    <a:pt x="1079" y="0"/>
                    <a:pt x="1028" y="50"/>
                    <a:pt x="928" y="125"/>
                  </a:cubicBezTo>
                  <a:cubicBezTo>
                    <a:pt x="828" y="201"/>
                    <a:pt x="677" y="301"/>
                    <a:pt x="552" y="401"/>
                  </a:cubicBezTo>
                  <a:cubicBezTo>
                    <a:pt x="427" y="501"/>
                    <a:pt x="276" y="602"/>
                    <a:pt x="176" y="677"/>
                  </a:cubicBezTo>
                  <a:cubicBezTo>
                    <a:pt x="76" y="727"/>
                    <a:pt x="1" y="777"/>
                    <a:pt x="1" y="777"/>
                  </a:cubicBezTo>
                  <a:lnTo>
                    <a:pt x="201" y="1078"/>
                  </a:lnTo>
                  <a:cubicBezTo>
                    <a:pt x="201" y="1078"/>
                    <a:pt x="276" y="1028"/>
                    <a:pt x="377" y="978"/>
                  </a:cubicBezTo>
                  <a:cubicBezTo>
                    <a:pt x="477" y="902"/>
                    <a:pt x="627" y="802"/>
                    <a:pt x="753" y="702"/>
                  </a:cubicBezTo>
                  <a:cubicBezTo>
                    <a:pt x="903" y="602"/>
                    <a:pt x="1028" y="501"/>
                    <a:pt x="1154" y="426"/>
                  </a:cubicBezTo>
                  <a:cubicBezTo>
                    <a:pt x="1254" y="351"/>
                    <a:pt x="1304" y="301"/>
                    <a:pt x="1304" y="301"/>
                  </a:cubicBezTo>
                  <a:lnTo>
                    <a:pt x="107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713;p65">
              <a:extLst>
                <a:ext uri="{FF2B5EF4-FFF2-40B4-BE49-F238E27FC236}">
                  <a16:creationId xmlns:a16="http://schemas.microsoft.com/office/drawing/2014/main" id="{4FE98209-2093-B0A1-A038-8D9433ACF686}"/>
                </a:ext>
              </a:extLst>
            </p:cNvPr>
            <p:cNvSpPr/>
            <p:nvPr/>
          </p:nvSpPr>
          <p:spPr>
            <a:xfrm>
              <a:off x="2524427" y="4093275"/>
              <a:ext cx="64484" cy="61913"/>
            </a:xfrm>
            <a:custGeom>
              <a:avLst/>
              <a:gdLst/>
              <a:ahLst/>
              <a:cxnLst/>
              <a:rect l="l" t="t" r="r" b="b"/>
              <a:pathLst>
                <a:path w="1254" h="1204" extrusionOk="0">
                  <a:moveTo>
                    <a:pt x="978" y="1"/>
                  </a:moveTo>
                  <a:lnTo>
                    <a:pt x="1" y="928"/>
                  </a:lnTo>
                  <a:lnTo>
                    <a:pt x="251" y="1204"/>
                  </a:lnTo>
                  <a:lnTo>
                    <a:pt x="1254" y="276"/>
                  </a:lnTo>
                  <a:lnTo>
                    <a:pt x="9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714;p65">
              <a:extLst>
                <a:ext uri="{FF2B5EF4-FFF2-40B4-BE49-F238E27FC236}">
                  <a16:creationId xmlns:a16="http://schemas.microsoft.com/office/drawing/2014/main" id="{24FFE4A1-3AA9-1E2D-501D-1900DED3B418}"/>
                </a:ext>
              </a:extLst>
            </p:cNvPr>
            <p:cNvSpPr/>
            <p:nvPr/>
          </p:nvSpPr>
          <p:spPr>
            <a:xfrm>
              <a:off x="2597911" y="4015935"/>
              <a:ext cx="59342" cy="65821"/>
            </a:xfrm>
            <a:custGeom>
              <a:avLst/>
              <a:gdLst/>
              <a:ahLst/>
              <a:cxnLst/>
              <a:rect l="l" t="t" r="r" b="b"/>
              <a:pathLst>
                <a:path w="1154" h="1280" extrusionOk="0">
                  <a:moveTo>
                    <a:pt x="852" y="1"/>
                  </a:moveTo>
                  <a:cubicBezTo>
                    <a:pt x="852" y="1"/>
                    <a:pt x="652" y="277"/>
                    <a:pt x="451" y="527"/>
                  </a:cubicBezTo>
                  <a:cubicBezTo>
                    <a:pt x="351" y="678"/>
                    <a:pt x="226" y="778"/>
                    <a:pt x="151" y="878"/>
                  </a:cubicBezTo>
                  <a:cubicBezTo>
                    <a:pt x="50" y="978"/>
                    <a:pt x="0" y="1029"/>
                    <a:pt x="0" y="1029"/>
                  </a:cubicBezTo>
                  <a:lnTo>
                    <a:pt x="276" y="1279"/>
                  </a:lnTo>
                  <a:cubicBezTo>
                    <a:pt x="276" y="1279"/>
                    <a:pt x="326" y="1204"/>
                    <a:pt x="426" y="1129"/>
                  </a:cubicBezTo>
                  <a:cubicBezTo>
                    <a:pt x="502" y="1029"/>
                    <a:pt x="627" y="903"/>
                    <a:pt x="727" y="778"/>
                  </a:cubicBezTo>
                  <a:cubicBezTo>
                    <a:pt x="928" y="502"/>
                    <a:pt x="1153" y="227"/>
                    <a:pt x="1153" y="227"/>
                  </a:cubicBezTo>
                  <a:lnTo>
                    <a:pt x="85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715;p65">
              <a:extLst>
                <a:ext uri="{FF2B5EF4-FFF2-40B4-BE49-F238E27FC236}">
                  <a16:creationId xmlns:a16="http://schemas.microsoft.com/office/drawing/2014/main" id="{10809E6F-A0B4-5E34-3B1F-6C704F3B5E6C}"/>
                </a:ext>
              </a:extLst>
            </p:cNvPr>
            <p:cNvSpPr/>
            <p:nvPr/>
          </p:nvSpPr>
          <p:spPr>
            <a:xfrm>
              <a:off x="2661059" y="3930881"/>
              <a:ext cx="52862" cy="68392"/>
            </a:xfrm>
            <a:custGeom>
              <a:avLst/>
              <a:gdLst/>
              <a:ahLst/>
              <a:cxnLst/>
              <a:rect l="l" t="t" r="r" b="b"/>
              <a:pathLst>
                <a:path w="1028" h="1330" extrusionOk="0">
                  <a:moveTo>
                    <a:pt x="702" y="1"/>
                  </a:moveTo>
                  <a:cubicBezTo>
                    <a:pt x="702" y="1"/>
                    <a:pt x="677" y="76"/>
                    <a:pt x="602" y="176"/>
                  </a:cubicBezTo>
                  <a:cubicBezTo>
                    <a:pt x="552" y="302"/>
                    <a:pt x="452" y="427"/>
                    <a:pt x="376" y="577"/>
                  </a:cubicBezTo>
                  <a:cubicBezTo>
                    <a:pt x="176" y="853"/>
                    <a:pt x="0" y="1129"/>
                    <a:pt x="0" y="1129"/>
                  </a:cubicBezTo>
                  <a:lnTo>
                    <a:pt x="301" y="1329"/>
                  </a:lnTo>
                  <a:cubicBezTo>
                    <a:pt x="301" y="1329"/>
                    <a:pt x="502" y="1053"/>
                    <a:pt x="677" y="753"/>
                  </a:cubicBezTo>
                  <a:cubicBezTo>
                    <a:pt x="777" y="627"/>
                    <a:pt x="853" y="477"/>
                    <a:pt x="928" y="377"/>
                  </a:cubicBezTo>
                  <a:cubicBezTo>
                    <a:pt x="978" y="251"/>
                    <a:pt x="1028" y="176"/>
                    <a:pt x="1028" y="176"/>
                  </a:cubicBezTo>
                  <a:lnTo>
                    <a:pt x="7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716;p65">
              <a:extLst>
                <a:ext uri="{FF2B5EF4-FFF2-40B4-BE49-F238E27FC236}">
                  <a16:creationId xmlns:a16="http://schemas.microsoft.com/office/drawing/2014/main" id="{2D5AF036-B333-6C25-5F26-1662A5D640BD}"/>
                </a:ext>
              </a:extLst>
            </p:cNvPr>
            <p:cNvSpPr/>
            <p:nvPr/>
          </p:nvSpPr>
          <p:spPr>
            <a:xfrm>
              <a:off x="2712585" y="3839399"/>
              <a:ext cx="46486" cy="70912"/>
            </a:xfrm>
            <a:custGeom>
              <a:avLst/>
              <a:gdLst/>
              <a:ahLst/>
              <a:cxnLst/>
              <a:rect l="l" t="t" r="r" b="b"/>
              <a:pathLst>
                <a:path w="904" h="1379" extrusionOk="0">
                  <a:moveTo>
                    <a:pt x="577" y="0"/>
                  </a:moveTo>
                  <a:cubicBezTo>
                    <a:pt x="577" y="0"/>
                    <a:pt x="427" y="301"/>
                    <a:pt x="302" y="602"/>
                  </a:cubicBezTo>
                  <a:cubicBezTo>
                    <a:pt x="252" y="752"/>
                    <a:pt x="176" y="903"/>
                    <a:pt x="101" y="1028"/>
                  </a:cubicBezTo>
                  <a:cubicBezTo>
                    <a:pt x="51" y="1128"/>
                    <a:pt x="1" y="1203"/>
                    <a:pt x="1" y="1203"/>
                  </a:cubicBezTo>
                  <a:lnTo>
                    <a:pt x="327" y="1379"/>
                  </a:lnTo>
                  <a:cubicBezTo>
                    <a:pt x="327" y="1379"/>
                    <a:pt x="377" y="1304"/>
                    <a:pt x="427" y="1178"/>
                  </a:cubicBezTo>
                  <a:cubicBezTo>
                    <a:pt x="502" y="1053"/>
                    <a:pt x="577" y="928"/>
                    <a:pt x="653" y="752"/>
                  </a:cubicBezTo>
                  <a:cubicBezTo>
                    <a:pt x="778" y="452"/>
                    <a:pt x="903" y="126"/>
                    <a:pt x="903" y="126"/>
                  </a:cubicBezTo>
                  <a:lnTo>
                    <a:pt x="5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717;p65">
              <a:extLst>
                <a:ext uri="{FF2B5EF4-FFF2-40B4-BE49-F238E27FC236}">
                  <a16:creationId xmlns:a16="http://schemas.microsoft.com/office/drawing/2014/main" id="{6B4F61DC-8346-6527-4D05-96AA7606E2E0}"/>
                </a:ext>
              </a:extLst>
            </p:cNvPr>
            <p:cNvSpPr/>
            <p:nvPr/>
          </p:nvSpPr>
          <p:spPr>
            <a:xfrm>
              <a:off x="2173875" y="3756916"/>
              <a:ext cx="141823" cy="279687"/>
            </a:xfrm>
            <a:custGeom>
              <a:avLst/>
              <a:gdLst/>
              <a:ahLst/>
              <a:cxnLst/>
              <a:rect l="l" t="t" r="r" b="b"/>
              <a:pathLst>
                <a:path w="2758" h="5439" extrusionOk="0">
                  <a:moveTo>
                    <a:pt x="51" y="0"/>
                  </a:moveTo>
                  <a:lnTo>
                    <a:pt x="1" y="176"/>
                  </a:lnTo>
                  <a:lnTo>
                    <a:pt x="652" y="401"/>
                  </a:lnTo>
                  <a:cubicBezTo>
                    <a:pt x="753" y="426"/>
                    <a:pt x="828" y="502"/>
                    <a:pt x="878" y="627"/>
                  </a:cubicBezTo>
                  <a:cubicBezTo>
                    <a:pt x="928" y="727"/>
                    <a:pt x="928" y="853"/>
                    <a:pt x="853" y="953"/>
                  </a:cubicBezTo>
                  <a:lnTo>
                    <a:pt x="727" y="1228"/>
                  </a:lnTo>
                  <a:cubicBezTo>
                    <a:pt x="652" y="1379"/>
                    <a:pt x="627" y="1529"/>
                    <a:pt x="677" y="1680"/>
                  </a:cubicBezTo>
                  <a:cubicBezTo>
                    <a:pt x="727" y="1830"/>
                    <a:pt x="853" y="1955"/>
                    <a:pt x="1003" y="2005"/>
                  </a:cubicBezTo>
                  <a:lnTo>
                    <a:pt x="1479" y="2231"/>
                  </a:lnTo>
                  <a:cubicBezTo>
                    <a:pt x="1555" y="2256"/>
                    <a:pt x="1630" y="2331"/>
                    <a:pt x="1680" y="2431"/>
                  </a:cubicBezTo>
                  <a:cubicBezTo>
                    <a:pt x="1730" y="2532"/>
                    <a:pt x="1705" y="2657"/>
                    <a:pt x="1680" y="2757"/>
                  </a:cubicBezTo>
                  <a:lnTo>
                    <a:pt x="1479" y="3183"/>
                  </a:lnTo>
                  <a:cubicBezTo>
                    <a:pt x="1404" y="3334"/>
                    <a:pt x="1404" y="3484"/>
                    <a:pt x="1454" y="3609"/>
                  </a:cubicBezTo>
                  <a:cubicBezTo>
                    <a:pt x="1504" y="3760"/>
                    <a:pt x="1605" y="3885"/>
                    <a:pt x="1755" y="3935"/>
                  </a:cubicBezTo>
                  <a:lnTo>
                    <a:pt x="2281" y="4186"/>
                  </a:lnTo>
                  <a:cubicBezTo>
                    <a:pt x="2482" y="4261"/>
                    <a:pt x="2557" y="4512"/>
                    <a:pt x="2482" y="4712"/>
                  </a:cubicBezTo>
                  <a:lnTo>
                    <a:pt x="2181" y="5364"/>
                  </a:lnTo>
                  <a:lnTo>
                    <a:pt x="2332" y="5439"/>
                  </a:lnTo>
                  <a:lnTo>
                    <a:pt x="2632" y="4762"/>
                  </a:lnTo>
                  <a:cubicBezTo>
                    <a:pt x="2758" y="4487"/>
                    <a:pt x="2632" y="4161"/>
                    <a:pt x="2357" y="4035"/>
                  </a:cubicBezTo>
                  <a:lnTo>
                    <a:pt x="1830" y="3785"/>
                  </a:lnTo>
                  <a:cubicBezTo>
                    <a:pt x="1730" y="3735"/>
                    <a:pt x="1655" y="3660"/>
                    <a:pt x="1605" y="3559"/>
                  </a:cubicBezTo>
                  <a:cubicBezTo>
                    <a:pt x="1580" y="3459"/>
                    <a:pt x="1580" y="3359"/>
                    <a:pt x="1630" y="3259"/>
                  </a:cubicBezTo>
                  <a:lnTo>
                    <a:pt x="1830" y="2807"/>
                  </a:lnTo>
                  <a:cubicBezTo>
                    <a:pt x="1880" y="2682"/>
                    <a:pt x="1905" y="2532"/>
                    <a:pt x="1830" y="2381"/>
                  </a:cubicBezTo>
                  <a:cubicBezTo>
                    <a:pt x="1780" y="2231"/>
                    <a:pt x="1680" y="2131"/>
                    <a:pt x="1530" y="2056"/>
                  </a:cubicBezTo>
                  <a:lnTo>
                    <a:pt x="1053" y="1855"/>
                  </a:lnTo>
                  <a:cubicBezTo>
                    <a:pt x="953" y="1805"/>
                    <a:pt x="878" y="1730"/>
                    <a:pt x="853" y="1629"/>
                  </a:cubicBezTo>
                  <a:cubicBezTo>
                    <a:pt x="803" y="1504"/>
                    <a:pt x="828" y="1404"/>
                    <a:pt x="878" y="1304"/>
                  </a:cubicBezTo>
                  <a:lnTo>
                    <a:pt x="1028" y="1028"/>
                  </a:lnTo>
                  <a:cubicBezTo>
                    <a:pt x="1103" y="878"/>
                    <a:pt x="1103" y="702"/>
                    <a:pt x="1053" y="552"/>
                  </a:cubicBezTo>
                  <a:cubicBezTo>
                    <a:pt x="978" y="401"/>
                    <a:pt x="853" y="276"/>
                    <a:pt x="702" y="226"/>
                  </a:cubicBezTo>
                  <a:lnTo>
                    <a:pt x="5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718;p65">
              <a:extLst>
                <a:ext uri="{FF2B5EF4-FFF2-40B4-BE49-F238E27FC236}">
                  <a16:creationId xmlns:a16="http://schemas.microsoft.com/office/drawing/2014/main" id="{888091CC-704E-A520-9327-F013CED04D51}"/>
                </a:ext>
              </a:extLst>
            </p:cNvPr>
            <p:cNvSpPr/>
            <p:nvPr/>
          </p:nvSpPr>
          <p:spPr>
            <a:xfrm>
              <a:off x="1026829" y="4339438"/>
              <a:ext cx="1808221" cy="107010"/>
            </a:xfrm>
            <a:custGeom>
              <a:avLst/>
              <a:gdLst/>
              <a:ahLst/>
              <a:cxnLst/>
              <a:rect l="l" t="t" r="r" b="b"/>
              <a:pathLst>
                <a:path w="35164" h="2081" extrusionOk="0">
                  <a:moveTo>
                    <a:pt x="1" y="1"/>
                  </a:moveTo>
                  <a:lnTo>
                    <a:pt x="1" y="2081"/>
                  </a:lnTo>
                  <a:lnTo>
                    <a:pt x="35164" y="2081"/>
                  </a:lnTo>
                  <a:lnTo>
                    <a:pt x="3516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719;p65">
              <a:extLst>
                <a:ext uri="{FF2B5EF4-FFF2-40B4-BE49-F238E27FC236}">
                  <a16:creationId xmlns:a16="http://schemas.microsoft.com/office/drawing/2014/main" id="{39C1C520-B33A-C8E2-5BFD-FD0A21ECC297}"/>
                </a:ext>
              </a:extLst>
            </p:cNvPr>
            <p:cNvSpPr/>
            <p:nvPr/>
          </p:nvSpPr>
          <p:spPr>
            <a:xfrm>
              <a:off x="654370" y="3510753"/>
              <a:ext cx="1477008" cy="935684"/>
            </a:xfrm>
            <a:custGeom>
              <a:avLst/>
              <a:gdLst/>
              <a:ahLst/>
              <a:cxnLst/>
              <a:rect l="l" t="t" r="r" b="b"/>
              <a:pathLst>
                <a:path w="28723" h="18196" extrusionOk="0">
                  <a:moveTo>
                    <a:pt x="1" y="0"/>
                  </a:moveTo>
                  <a:lnTo>
                    <a:pt x="3685" y="18196"/>
                  </a:lnTo>
                  <a:lnTo>
                    <a:pt x="28723" y="18196"/>
                  </a:lnTo>
                  <a:lnTo>
                    <a:pt x="2378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720;p65">
              <a:extLst>
                <a:ext uri="{FF2B5EF4-FFF2-40B4-BE49-F238E27FC236}">
                  <a16:creationId xmlns:a16="http://schemas.microsoft.com/office/drawing/2014/main" id="{713E054E-E6C5-253C-612C-27E13BA85AA9}"/>
                </a:ext>
              </a:extLst>
            </p:cNvPr>
            <p:cNvSpPr/>
            <p:nvPr/>
          </p:nvSpPr>
          <p:spPr>
            <a:xfrm>
              <a:off x="2681680" y="4142282"/>
              <a:ext cx="88961" cy="87675"/>
            </a:xfrm>
            <a:custGeom>
              <a:avLst/>
              <a:gdLst/>
              <a:ahLst/>
              <a:cxnLst/>
              <a:rect l="l" t="t" r="r" b="b"/>
              <a:pathLst>
                <a:path w="1730" h="1705" extrusionOk="0">
                  <a:moveTo>
                    <a:pt x="301" y="0"/>
                  </a:moveTo>
                  <a:lnTo>
                    <a:pt x="0" y="301"/>
                  </a:lnTo>
                  <a:lnTo>
                    <a:pt x="1429" y="1704"/>
                  </a:lnTo>
                  <a:lnTo>
                    <a:pt x="1730" y="1404"/>
                  </a:lnTo>
                  <a:lnTo>
                    <a:pt x="3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721;p65">
              <a:extLst>
                <a:ext uri="{FF2B5EF4-FFF2-40B4-BE49-F238E27FC236}">
                  <a16:creationId xmlns:a16="http://schemas.microsoft.com/office/drawing/2014/main" id="{7E4B3665-925B-1D25-C67A-452D661AFB81}"/>
                </a:ext>
              </a:extLst>
            </p:cNvPr>
            <p:cNvSpPr/>
            <p:nvPr/>
          </p:nvSpPr>
          <p:spPr>
            <a:xfrm>
              <a:off x="2682965" y="4142282"/>
              <a:ext cx="86390" cy="87675"/>
            </a:xfrm>
            <a:custGeom>
              <a:avLst/>
              <a:gdLst/>
              <a:ahLst/>
              <a:cxnLst/>
              <a:rect l="l" t="t" r="r" b="b"/>
              <a:pathLst>
                <a:path w="1680" h="1705" extrusionOk="0">
                  <a:moveTo>
                    <a:pt x="1404" y="0"/>
                  </a:moveTo>
                  <a:lnTo>
                    <a:pt x="0" y="1404"/>
                  </a:lnTo>
                  <a:lnTo>
                    <a:pt x="301" y="1704"/>
                  </a:lnTo>
                  <a:lnTo>
                    <a:pt x="1680" y="301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722;p65">
              <a:extLst>
                <a:ext uri="{FF2B5EF4-FFF2-40B4-BE49-F238E27FC236}">
                  <a16:creationId xmlns:a16="http://schemas.microsoft.com/office/drawing/2014/main" id="{C0DE3847-4957-809A-2300-67F1601073F3}"/>
                </a:ext>
              </a:extLst>
            </p:cNvPr>
            <p:cNvSpPr/>
            <p:nvPr/>
          </p:nvSpPr>
          <p:spPr>
            <a:xfrm>
              <a:off x="615700" y="4066227"/>
              <a:ext cx="225591" cy="19386"/>
            </a:xfrm>
            <a:custGeom>
              <a:avLst/>
              <a:gdLst/>
              <a:ahLst/>
              <a:cxnLst/>
              <a:rect l="l" t="t" r="r" b="b"/>
              <a:pathLst>
                <a:path w="4387" h="377" extrusionOk="0">
                  <a:moveTo>
                    <a:pt x="1" y="0"/>
                  </a:moveTo>
                  <a:lnTo>
                    <a:pt x="1" y="376"/>
                  </a:lnTo>
                  <a:lnTo>
                    <a:pt x="4387" y="376"/>
                  </a:lnTo>
                  <a:lnTo>
                    <a:pt x="438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723;p65">
              <a:extLst>
                <a:ext uri="{FF2B5EF4-FFF2-40B4-BE49-F238E27FC236}">
                  <a16:creationId xmlns:a16="http://schemas.microsoft.com/office/drawing/2014/main" id="{C3C14065-6816-6E4C-40B9-A6B744CABEC0}"/>
                </a:ext>
              </a:extLst>
            </p:cNvPr>
            <p:cNvSpPr/>
            <p:nvPr/>
          </p:nvSpPr>
          <p:spPr>
            <a:xfrm>
              <a:off x="703377" y="4001794"/>
              <a:ext cx="123774" cy="19386"/>
            </a:xfrm>
            <a:custGeom>
              <a:avLst/>
              <a:gdLst/>
              <a:ahLst/>
              <a:cxnLst/>
              <a:rect l="l" t="t" r="r" b="b"/>
              <a:pathLst>
                <a:path w="2407" h="377" extrusionOk="0">
                  <a:moveTo>
                    <a:pt x="0" y="0"/>
                  </a:moveTo>
                  <a:lnTo>
                    <a:pt x="0" y="376"/>
                  </a:lnTo>
                  <a:lnTo>
                    <a:pt x="2406" y="376"/>
                  </a:lnTo>
                  <a:lnTo>
                    <a:pt x="24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724;p65">
              <a:extLst>
                <a:ext uri="{FF2B5EF4-FFF2-40B4-BE49-F238E27FC236}">
                  <a16:creationId xmlns:a16="http://schemas.microsoft.com/office/drawing/2014/main" id="{0D570A54-7CEB-BD52-15CF-7D7F539B0E61}"/>
                </a:ext>
              </a:extLst>
            </p:cNvPr>
            <p:cNvSpPr/>
            <p:nvPr/>
          </p:nvSpPr>
          <p:spPr>
            <a:xfrm>
              <a:off x="641514" y="3144723"/>
              <a:ext cx="51577" cy="18101"/>
            </a:xfrm>
            <a:custGeom>
              <a:avLst/>
              <a:gdLst/>
              <a:ahLst/>
              <a:cxnLst/>
              <a:rect l="l" t="t" r="r" b="b"/>
              <a:pathLst>
                <a:path w="1003" h="352" extrusionOk="0">
                  <a:moveTo>
                    <a:pt x="25" y="1"/>
                  </a:moveTo>
                  <a:lnTo>
                    <a:pt x="0" y="351"/>
                  </a:lnTo>
                  <a:lnTo>
                    <a:pt x="1003" y="351"/>
                  </a:lnTo>
                  <a:lnTo>
                    <a:pt x="10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725;p65">
              <a:extLst>
                <a:ext uri="{FF2B5EF4-FFF2-40B4-BE49-F238E27FC236}">
                  <a16:creationId xmlns:a16="http://schemas.microsoft.com/office/drawing/2014/main" id="{05688456-8B68-3B5A-1770-320430E8EC0E}"/>
                </a:ext>
              </a:extLst>
            </p:cNvPr>
            <p:cNvSpPr/>
            <p:nvPr/>
          </p:nvSpPr>
          <p:spPr>
            <a:xfrm>
              <a:off x="717518" y="3144723"/>
              <a:ext cx="50343" cy="19386"/>
            </a:xfrm>
            <a:custGeom>
              <a:avLst/>
              <a:gdLst/>
              <a:ahLst/>
              <a:cxnLst/>
              <a:rect l="l" t="t" r="r" b="b"/>
              <a:pathLst>
                <a:path w="979" h="377" extrusionOk="0">
                  <a:moveTo>
                    <a:pt x="1" y="1"/>
                  </a:moveTo>
                  <a:lnTo>
                    <a:pt x="1" y="351"/>
                  </a:lnTo>
                  <a:lnTo>
                    <a:pt x="978" y="376"/>
                  </a:lnTo>
                  <a:lnTo>
                    <a:pt x="9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726;p65">
              <a:extLst>
                <a:ext uri="{FF2B5EF4-FFF2-40B4-BE49-F238E27FC236}">
                  <a16:creationId xmlns:a16="http://schemas.microsoft.com/office/drawing/2014/main" id="{84C9F4BF-AB1B-A3F6-0176-A281520B7553}"/>
                </a:ext>
              </a:extLst>
            </p:cNvPr>
            <p:cNvSpPr/>
            <p:nvPr/>
          </p:nvSpPr>
          <p:spPr>
            <a:xfrm>
              <a:off x="792287" y="3144723"/>
              <a:ext cx="51577" cy="19386"/>
            </a:xfrm>
            <a:custGeom>
              <a:avLst/>
              <a:gdLst/>
              <a:ahLst/>
              <a:cxnLst/>
              <a:rect l="l" t="t" r="r" b="b"/>
              <a:pathLst>
                <a:path w="1003" h="377" extrusionOk="0">
                  <a:moveTo>
                    <a:pt x="0" y="1"/>
                  </a:moveTo>
                  <a:lnTo>
                    <a:pt x="0" y="376"/>
                  </a:lnTo>
                  <a:lnTo>
                    <a:pt x="1003" y="376"/>
                  </a:lnTo>
                  <a:lnTo>
                    <a:pt x="10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727;p65">
              <a:extLst>
                <a:ext uri="{FF2B5EF4-FFF2-40B4-BE49-F238E27FC236}">
                  <a16:creationId xmlns:a16="http://schemas.microsoft.com/office/drawing/2014/main" id="{24B92F88-63B3-FB70-1646-716837FA38F9}"/>
                </a:ext>
              </a:extLst>
            </p:cNvPr>
            <p:cNvSpPr/>
            <p:nvPr/>
          </p:nvSpPr>
          <p:spPr>
            <a:xfrm>
              <a:off x="868342" y="3144723"/>
              <a:ext cx="50291" cy="19386"/>
            </a:xfrm>
            <a:custGeom>
              <a:avLst/>
              <a:gdLst/>
              <a:ahLst/>
              <a:cxnLst/>
              <a:rect l="l" t="t" r="r" b="b"/>
              <a:pathLst>
                <a:path w="978" h="377" extrusionOk="0">
                  <a:moveTo>
                    <a:pt x="0" y="1"/>
                  </a:moveTo>
                  <a:lnTo>
                    <a:pt x="0" y="376"/>
                  </a:lnTo>
                  <a:lnTo>
                    <a:pt x="978" y="376"/>
                  </a:lnTo>
                  <a:lnTo>
                    <a:pt x="9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728;p65">
              <a:extLst>
                <a:ext uri="{FF2B5EF4-FFF2-40B4-BE49-F238E27FC236}">
                  <a16:creationId xmlns:a16="http://schemas.microsoft.com/office/drawing/2014/main" id="{33E11DF5-5C7A-48E5-21F4-CAA357B61971}"/>
                </a:ext>
              </a:extLst>
            </p:cNvPr>
            <p:cNvSpPr/>
            <p:nvPr/>
          </p:nvSpPr>
          <p:spPr>
            <a:xfrm>
              <a:off x="943060" y="3146009"/>
              <a:ext cx="50343" cy="18101"/>
            </a:xfrm>
            <a:custGeom>
              <a:avLst/>
              <a:gdLst/>
              <a:ahLst/>
              <a:cxnLst/>
              <a:rect l="l" t="t" r="r" b="b"/>
              <a:pathLst>
                <a:path w="979" h="352" extrusionOk="0">
                  <a:moveTo>
                    <a:pt x="1" y="1"/>
                  </a:moveTo>
                  <a:lnTo>
                    <a:pt x="1" y="351"/>
                  </a:lnTo>
                  <a:lnTo>
                    <a:pt x="978" y="351"/>
                  </a:lnTo>
                  <a:lnTo>
                    <a:pt x="9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2729;p65">
              <a:extLst>
                <a:ext uri="{FF2B5EF4-FFF2-40B4-BE49-F238E27FC236}">
                  <a16:creationId xmlns:a16="http://schemas.microsoft.com/office/drawing/2014/main" id="{2310FF89-4231-51DB-5D99-523E1BA2253F}"/>
                </a:ext>
              </a:extLst>
            </p:cNvPr>
            <p:cNvSpPr/>
            <p:nvPr/>
          </p:nvSpPr>
          <p:spPr>
            <a:xfrm>
              <a:off x="1019115" y="3146009"/>
              <a:ext cx="50291" cy="19386"/>
            </a:xfrm>
            <a:custGeom>
              <a:avLst/>
              <a:gdLst/>
              <a:ahLst/>
              <a:cxnLst/>
              <a:rect l="l" t="t" r="r" b="b"/>
              <a:pathLst>
                <a:path w="978" h="377" extrusionOk="0">
                  <a:moveTo>
                    <a:pt x="0" y="1"/>
                  </a:moveTo>
                  <a:lnTo>
                    <a:pt x="0" y="351"/>
                  </a:lnTo>
                  <a:lnTo>
                    <a:pt x="978" y="377"/>
                  </a:lnTo>
                  <a:lnTo>
                    <a:pt x="9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2730;p65">
              <a:extLst>
                <a:ext uri="{FF2B5EF4-FFF2-40B4-BE49-F238E27FC236}">
                  <a16:creationId xmlns:a16="http://schemas.microsoft.com/office/drawing/2014/main" id="{BF2222F1-EB91-C2E0-D310-68983E689966}"/>
                </a:ext>
              </a:extLst>
            </p:cNvPr>
            <p:cNvSpPr/>
            <p:nvPr/>
          </p:nvSpPr>
          <p:spPr>
            <a:xfrm>
              <a:off x="1093885" y="3146009"/>
              <a:ext cx="50291" cy="19386"/>
            </a:xfrm>
            <a:custGeom>
              <a:avLst/>
              <a:gdLst/>
              <a:ahLst/>
              <a:cxnLst/>
              <a:rect l="l" t="t" r="r" b="b"/>
              <a:pathLst>
                <a:path w="978" h="377" extrusionOk="0">
                  <a:moveTo>
                    <a:pt x="0" y="1"/>
                  </a:moveTo>
                  <a:lnTo>
                    <a:pt x="0" y="377"/>
                  </a:lnTo>
                  <a:lnTo>
                    <a:pt x="978" y="377"/>
                  </a:lnTo>
                  <a:lnTo>
                    <a:pt x="97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2731;p65">
              <a:extLst>
                <a:ext uri="{FF2B5EF4-FFF2-40B4-BE49-F238E27FC236}">
                  <a16:creationId xmlns:a16="http://schemas.microsoft.com/office/drawing/2014/main" id="{0A12259E-1A6F-5213-B26D-09DA653EFBA0}"/>
                </a:ext>
              </a:extLst>
            </p:cNvPr>
            <p:cNvSpPr/>
            <p:nvPr/>
          </p:nvSpPr>
          <p:spPr>
            <a:xfrm>
              <a:off x="2171304" y="3632884"/>
              <a:ext cx="77391" cy="28694"/>
            </a:xfrm>
            <a:custGeom>
              <a:avLst/>
              <a:gdLst/>
              <a:ahLst/>
              <a:cxnLst/>
              <a:rect l="l" t="t" r="r" b="b"/>
              <a:pathLst>
                <a:path w="1505" h="558" extrusionOk="0">
                  <a:moveTo>
                    <a:pt x="714" y="0"/>
                  </a:moveTo>
                  <a:cubicBezTo>
                    <a:pt x="384" y="0"/>
                    <a:pt x="26" y="232"/>
                    <a:pt x="26" y="232"/>
                  </a:cubicBezTo>
                  <a:cubicBezTo>
                    <a:pt x="26" y="232"/>
                    <a:pt x="0" y="296"/>
                    <a:pt x="95" y="296"/>
                  </a:cubicBezTo>
                  <a:cubicBezTo>
                    <a:pt x="133" y="296"/>
                    <a:pt x="190" y="286"/>
                    <a:pt x="276" y="257"/>
                  </a:cubicBezTo>
                  <a:cubicBezTo>
                    <a:pt x="330" y="244"/>
                    <a:pt x="369" y="237"/>
                    <a:pt x="402" y="237"/>
                  </a:cubicBezTo>
                  <a:cubicBezTo>
                    <a:pt x="493" y="237"/>
                    <a:pt x="537" y="284"/>
                    <a:pt x="702" y="357"/>
                  </a:cubicBezTo>
                  <a:cubicBezTo>
                    <a:pt x="928" y="432"/>
                    <a:pt x="1003" y="432"/>
                    <a:pt x="1128" y="508"/>
                  </a:cubicBezTo>
                  <a:cubicBezTo>
                    <a:pt x="1204" y="533"/>
                    <a:pt x="1454" y="558"/>
                    <a:pt x="1454" y="558"/>
                  </a:cubicBezTo>
                  <a:lnTo>
                    <a:pt x="1504" y="182"/>
                  </a:lnTo>
                  <a:cubicBezTo>
                    <a:pt x="1153" y="107"/>
                    <a:pt x="1229" y="82"/>
                    <a:pt x="803" y="6"/>
                  </a:cubicBezTo>
                  <a:cubicBezTo>
                    <a:pt x="773" y="2"/>
                    <a:pt x="744" y="0"/>
                    <a:pt x="714" y="0"/>
                  </a:cubicBezTo>
                  <a:close/>
                </a:path>
              </a:pathLst>
            </a:custGeom>
            <a:solidFill>
              <a:srgbClr val="F89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2732;p65">
              <a:extLst>
                <a:ext uri="{FF2B5EF4-FFF2-40B4-BE49-F238E27FC236}">
                  <a16:creationId xmlns:a16="http://schemas.microsoft.com/office/drawing/2014/main" id="{6E2CE9C1-49E7-A7EC-F9E2-A8162B9CD613}"/>
                </a:ext>
              </a:extLst>
            </p:cNvPr>
            <p:cNvSpPr/>
            <p:nvPr/>
          </p:nvSpPr>
          <p:spPr>
            <a:xfrm>
              <a:off x="2189354" y="3648670"/>
              <a:ext cx="56770" cy="16712"/>
            </a:xfrm>
            <a:custGeom>
              <a:avLst/>
              <a:gdLst/>
              <a:ahLst/>
              <a:cxnLst/>
              <a:rect l="l" t="t" r="r" b="b"/>
              <a:pathLst>
                <a:path w="1104" h="325" extrusionOk="0">
                  <a:moveTo>
                    <a:pt x="652" y="0"/>
                  </a:moveTo>
                  <a:cubicBezTo>
                    <a:pt x="652" y="0"/>
                    <a:pt x="0" y="201"/>
                    <a:pt x="151" y="301"/>
                  </a:cubicBezTo>
                  <a:cubicBezTo>
                    <a:pt x="176" y="317"/>
                    <a:pt x="211" y="324"/>
                    <a:pt x="253" y="324"/>
                  </a:cubicBezTo>
                  <a:cubicBezTo>
                    <a:pt x="468" y="324"/>
                    <a:pt x="873" y="146"/>
                    <a:pt x="1103" y="125"/>
                  </a:cubicBezTo>
                  <a:lnTo>
                    <a:pt x="652" y="0"/>
                  </a:lnTo>
                  <a:close/>
                </a:path>
              </a:pathLst>
            </a:custGeom>
            <a:solidFill>
              <a:srgbClr val="F89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2733;p65">
              <a:extLst>
                <a:ext uri="{FF2B5EF4-FFF2-40B4-BE49-F238E27FC236}">
                  <a16:creationId xmlns:a16="http://schemas.microsoft.com/office/drawing/2014/main" id="{29D0642C-78C0-48EC-D0B6-03B61B07211B}"/>
                </a:ext>
              </a:extLst>
            </p:cNvPr>
            <p:cNvSpPr/>
            <p:nvPr/>
          </p:nvSpPr>
          <p:spPr>
            <a:xfrm>
              <a:off x="2224167" y="3490801"/>
              <a:ext cx="253924" cy="196897"/>
            </a:xfrm>
            <a:custGeom>
              <a:avLst/>
              <a:gdLst/>
              <a:ahLst/>
              <a:cxnLst/>
              <a:rect l="l" t="t" r="r" b="b"/>
              <a:pathLst>
                <a:path w="4938" h="3829" extrusionOk="0">
                  <a:moveTo>
                    <a:pt x="4041" y="0"/>
                  </a:moveTo>
                  <a:cubicBezTo>
                    <a:pt x="3942" y="0"/>
                    <a:pt x="3832" y="12"/>
                    <a:pt x="3709" y="38"/>
                  </a:cubicBezTo>
                  <a:cubicBezTo>
                    <a:pt x="3008" y="163"/>
                    <a:pt x="3459" y="1466"/>
                    <a:pt x="3133" y="1942"/>
                  </a:cubicBezTo>
                  <a:cubicBezTo>
                    <a:pt x="2572" y="2744"/>
                    <a:pt x="1048" y="2824"/>
                    <a:pt x="461" y="2824"/>
                  </a:cubicBezTo>
                  <a:cubicBezTo>
                    <a:pt x="314" y="2824"/>
                    <a:pt x="226" y="2819"/>
                    <a:pt x="226" y="2819"/>
                  </a:cubicBezTo>
                  <a:cubicBezTo>
                    <a:pt x="0" y="3020"/>
                    <a:pt x="125" y="3371"/>
                    <a:pt x="125" y="3371"/>
                  </a:cubicBezTo>
                  <a:cubicBezTo>
                    <a:pt x="125" y="3371"/>
                    <a:pt x="1451" y="3828"/>
                    <a:pt x="2610" y="3828"/>
                  </a:cubicBezTo>
                  <a:cubicBezTo>
                    <a:pt x="3144" y="3828"/>
                    <a:pt x="3643" y="3731"/>
                    <a:pt x="3960" y="3446"/>
                  </a:cubicBezTo>
                  <a:cubicBezTo>
                    <a:pt x="4937" y="2544"/>
                    <a:pt x="4937" y="1366"/>
                    <a:pt x="4812" y="664"/>
                  </a:cubicBezTo>
                  <a:cubicBezTo>
                    <a:pt x="4750" y="289"/>
                    <a:pt x="4531" y="0"/>
                    <a:pt x="404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2734;p65">
              <a:extLst>
                <a:ext uri="{FF2B5EF4-FFF2-40B4-BE49-F238E27FC236}">
                  <a16:creationId xmlns:a16="http://schemas.microsoft.com/office/drawing/2014/main" id="{01FFA48A-D9AF-C7CB-6190-B8B93ECD1DB9}"/>
                </a:ext>
              </a:extLst>
            </p:cNvPr>
            <p:cNvSpPr/>
            <p:nvPr/>
          </p:nvSpPr>
          <p:spPr>
            <a:xfrm>
              <a:off x="2661059" y="4281433"/>
              <a:ext cx="36150" cy="45252"/>
            </a:xfrm>
            <a:custGeom>
              <a:avLst/>
              <a:gdLst/>
              <a:ahLst/>
              <a:cxnLst/>
              <a:rect l="l" t="t" r="r" b="b"/>
              <a:pathLst>
                <a:path w="703" h="880" extrusionOk="0">
                  <a:moveTo>
                    <a:pt x="502" y="1"/>
                  </a:moveTo>
                  <a:lnTo>
                    <a:pt x="0" y="302"/>
                  </a:lnTo>
                  <a:cubicBezTo>
                    <a:pt x="76" y="377"/>
                    <a:pt x="126" y="452"/>
                    <a:pt x="176" y="502"/>
                  </a:cubicBezTo>
                  <a:cubicBezTo>
                    <a:pt x="251" y="602"/>
                    <a:pt x="251" y="628"/>
                    <a:pt x="25" y="878"/>
                  </a:cubicBezTo>
                  <a:cubicBezTo>
                    <a:pt x="37" y="879"/>
                    <a:pt x="48" y="879"/>
                    <a:pt x="59" y="879"/>
                  </a:cubicBezTo>
                  <a:cubicBezTo>
                    <a:pt x="395" y="879"/>
                    <a:pt x="678" y="526"/>
                    <a:pt x="702" y="477"/>
                  </a:cubicBezTo>
                  <a:cubicBezTo>
                    <a:pt x="677" y="352"/>
                    <a:pt x="602" y="176"/>
                    <a:pt x="502" y="1"/>
                  </a:cubicBezTo>
                  <a:close/>
                </a:path>
              </a:pathLst>
            </a:custGeom>
            <a:solidFill>
              <a:srgbClr val="F9B2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2735;p65">
              <a:extLst>
                <a:ext uri="{FF2B5EF4-FFF2-40B4-BE49-F238E27FC236}">
                  <a16:creationId xmlns:a16="http://schemas.microsoft.com/office/drawing/2014/main" id="{A0DAA8D1-6E55-69C4-BBB8-C9B961D01445}"/>
                </a:ext>
              </a:extLst>
            </p:cNvPr>
            <p:cNvSpPr/>
            <p:nvPr/>
          </p:nvSpPr>
          <p:spPr>
            <a:xfrm>
              <a:off x="2644243" y="4305962"/>
              <a:ext cx="67106" cy="36613"/>
            </a:xfrm>
            <a:custGeom>
              <a:avLst/>
              <a:gdLst/>
              <a:ahLst/>
              <a:cxnLst/>
              <a:rect l="l" t="t" r="r" b="b"/>
              <a:pathLst>
                <a:path w="1305" h="712" extrusionOk="0">
                  <a:moveTo>
                    <a:pt x="1029" y="0"/>
                  </a:moveTo>
                  <a:lnTo>
                    <a:pt x="1029" y="0"/>
                  </a:lnTo>
                  <a:cubicBezTo>
                    <a:pt x="1005" y="49"/>
                    <a:pt x="722" y="402"/>
                    <a:pt x="386" y="402"/>
                  </a:cubicBezTo>
                  <a:cubicBezTo>
                    <a:pt x="375" y="402"/>
                    <a:pt x="364" y="402"/>
                    <a:pt x="352" y="401"/>
                  </a:cubicBezTo>
                  <a:cubicBezTo>
                    <a:pt x="352" y="401"/>
                    <a:pt x="0" y="712"/>
                    <a:pt x="219" y="712"/>
                  </a:cubicBezTo>
                  <a:cubicBezTo>
                    <a:pt x="241" y="712"/>
                    <a:pt x="268" y="709"/>
                    <a:pt x="302" y="702"/>
                  </a:cubicBezTo>
                  <a:cubicBezTo>
                    <a:pt x="678" y="652"/>
                    <a:pt x="1305" y="401"/>
                    <a:pt x="10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2736;p65">
              <a:extLst>
                <a:ext uri="{FF2B5EF4-FFF2-40B4-BE49-F238E27FC236}">
                  <a16:creationId xmlns:a16="http://schemas.microsoft.com/office/drawing/2014/main" id="{91534284-BC35-4ABC-0E74-88241CE84928}"/>
                </a:ext>
              </a:extLst>
            </p:cNvPr>
            <p:cNvSpPr/>
            <p:nvPr/>
          </p:nvSpPr>
          <p:spPr>
            <a:xfrm>
              <a:off x="2407182" y="3802014"/>
              <a:ext cx="289663" cy="501369"/>
            </a:xfrm>
            <a:custGeom>
              <a:avLst/>
              <a:gdLst/>
              <a:ahLst/>
              <a:cxnLst/>
              <a:rect l="l" t="t" r="r" b="b"/>
              <a:pathLst>
                <a:path w="5633" h="9750" extrusionOk="0">
                  <a:moveTo>
                    <a:pt x="2782" y="1"/>
                  </a:moveTo>
                  <a:lnTo>
                    <a:pt x="852" y="803"/>
                  </a:lnTo>
                  <a:lnTo>
                    <a:pt x="0" y="1153"/>
                  </a:lnTo>
                  <a:cubicBezTo>
                    <a:pt x="0" y="1153"/>
                    <a:pt x="175" y="2256"/>
                    <a:pt x="451" y="2883"/>
                  </a:cubicBezTo>
                  <a:cubicBezTo>
                    <a:pt x="1328" y="4838"/>
                    <a:pt x="1454" y="4737"/>
                    <a:pt x="1729" y="5164"/>
                  </a:cubicBezTo>
                  <a:cubicBezTo>
                    <a:pt x="1729" y="5214"/>
                    <a:pt x="1754" y="5239"/>
                    <a:pt x="1780" y="5289"/>
                  </a:cubicBezTo>
                  <a:cubicBezTo>
                    <a:pt x="2306" y="6266"/>
                    <a:pt x="3684" y="8647"/>
                    <a:pt x="4962" y="9725"/>
                  </a:cubicBezTo>
                  <a:cubicBezTo>
                    <a:pt x="4983" y="9742"/>
                    <a:pt x="5011" y="9750"/>
                    <a:pt x="5043" y="9750"/>
                  </a:cubicBezTo>
                  <a:cubicBezTo>
                    <a:pt x="5246" y="9750"/>
                    <a:pt x="5632" y="9443"/>
                    <a:pt x="5589" y="9249"/>
                  </a:cubicBezTo>
                  <a:cubicBezTo>
                    <a:pt x="5138" y="7620"/>
                    <a:pt x="4787" y="7269"/>
                    <a:pt x="4311" y="5514"/>
                  </a:cubicBezTo>
                  <a:cubicBezTo>
                    <a:pt x="4186" y="4988"/>
                    <a:pt x="4035" y="3960"/>
                    <a:pt x="3910" y="3309"/>
                  </a:cubicBezTo>
                  <a:cubicBezTo>
                    <a:pt x="3759" y="2532"/>
                    <a:pt x="3484" y="677"/>
                    <a:pt x="27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2737;p65">
              <a:extLst>
                <a:ext uri="{FF2B5EF4-FFF2-40B4-BE49-F238E27FC236}">
                  <a16:creationId xmlns:a16="http://schemas.microsoft.com/office/drawing/2014/main" id="{A94B681D-D641-42B3-BC97-8459431F18A6}"/>
                </a:ext>
              </a:extLst>
            </p:cNvPr>
            <p:cNvSpPr/>
            <p:nvPr/>
          </p:nvSpPr>
          <p:spPr>
            <a:xfrm>
              <a:off x="2403274" y="4320103"/>
              <a:ext cx="41292" cy="34402"/>
            </a:xfrm>
            <a:custGeom>
              <a:avLst/>
              <a:gdLst/>
              <a:ahLst/>
              <a:cxnLst/>
              <a:rect l="l" t="t" r="r" b="b"/>
              <a:pathLst>
                <a:path w="803" h="669" extrusionOk="0">
                  <a:moveTo>
                    <a:pt x="803" y="1"/>
                  </a:moveTo>
                  <a:lnTo>
                    <a:pt x="226" y="76"/>
                  </a:lnTo>
                  <a:cubicBezTo>
                    <a:pt x="251" y="151"/>
                    <a:pt x="277" y="251"/>
                    <a:pt x="302" y="327"/>
                  </a:cubicBezTo>
                  <a:cubicBezTo>
                    <a:pt x="327" y="427"/>
                    <a:pt x="327" y="477"/>
                    <a:pt x="1" y="602"/>
                  </a:cubicBezTo>
                  <a:cubicBezTo>
                    <a:pt x="84" y="651"/>
                    <a:pt x="176" y="669"/>
                    <a:pt x="268" y="669"/>
                  </a:cubicBezTo>
                  <a:cubicBezTo>
                    <a:pt x="508" y="669"/>
                    <a:pt x="741" y="545"/>
                    <a:pt x="778" y="527"/>
                  </a:cubicBezTo>
                  <a:cubicBezTo>
                    <a:pt x="803" y="377"/>
                    <a:pt x="803" y="201"/>
                    <a:pt x="803" y="1"/>
                  </a:cubicBezTo>
                  <a:close/>
                </a:path>
              </a:pathLst>
            </a:custGeom>
            <a:solidFill>
              <a:srgbClr val="F9B2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2738;p65">
              <a:extLst>
                <a:ext uri="{FF2B5EF4-FFF2-40B4-BE49-F238E27FC236}">
                  <a16:creationId xmlns:a16="http://schemas.microsoft.com/office/drawing/2014/main" id="{037C67C2-0EAB-E143-6A91-94A3CEB1651D}"/>
                </a:ext>
              </a:extLst>
            </p:cNvPr>
            <p:cNvSpPr/>
            <p:nvPr/>
          </p:nvSpPr>
          <p:spPr>
            <a:xfrm>
              <a:off x="2376226" y="4347203"/>
              <a:ext cx="70809" cy="20775"/>
            </a:xfrm>
            <a:custGeom>
              <a:avLst/>
              <a:gdLst/>
              <a:ahLst/>
              <a:cxnLst/>
              <a:rect l="l" t="t" r="r" b="b"/>
              <a:pathLst>
                <a:path w="1377" h="404" extrusionOk="0">
                  <a:moveTo>
                    <a:pt x="1304" y="0"/>
                  </a:moveTo>
                  <a:cubicBezTo>
                    <a:pt x="1267" y="18"/>
                    <a:pt x="1034" y="142"/>
                    <a:pt x="794" y="142"/>
                  </a:cubicBezTo>
                  <a:cubicBezTo>
                    <a:pt x="702" y="142"/>
                    <a:pt x="610" y="124"/>
                    <a:pt x="527" y="75"/>
                  </a:cubicBezTo>
                  <a:cubicBezTo>
                    <a:pt x="527" y="75"/>
                    <a:pt x="1" y="226"/>
                    <a:pt x="351" y="326"/>
                  </a:cubicBezTo>
                  <a:cubicBezTo>
                    <a:pt x="488" y="371"/>
                    <a:pt x="663" y="404"/>
                    <a:pt x="828" y="404"/>
                  </a:cubicBezTo>
                  <a:cubicBezTo>
                    <a:pt x="1119" y="404"/>
                    <a:pt x="1377" y="304"/>
                    <a:pt x="13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2739;p65">
              <a:extLst>
                <a:ext uri="{FF2B5EF4-FFF2-40B4-BE49-F238E27FC236}">
                  <a16:creationId xmlns:a16="http://schemas.microsoft.com/office/drawing/2014/main" id="{65C5947E-6615-6BAB-542B-4BEADC7A3EAA}"/>
                </a:ext>
              </a:extLst>
            </p:cNvPr>
            <p:cNvSpPr/>
            <p:nvPr/>
          </p:nvSpPr>
          <p:spPr>
            <a:xfrm>
              <a:off x="2407182" y="3843256"/>
              <a:ext cx="113438" cy="224305"/>
            </a:xfrm>
            <a:custGeom>
              <a:avLst/>
              <a:gdLst/>
              <a:ahLst/>
              <a:cxnLst/>
              <a:rect l="l" t="t" r="r" b="b"/>
              <a:pathLst>
                <a:path w="2206" h="4362" extrusionOk="0">
                  <a:moveTo>
                    <a:pt x="852" y="1"/>
                  </a:moveTo>
                  <a:lnTo>
                    <a:pt x="0" y="351"/>
                  </a:lnTo>
                  <a:cubicBezTo>
                    <a:pt x="0" y="351"/>
                    <a:pt x="175" y="1454"/>
                    <a:pt x="451" y="2081"/>
                  </a:cubicBezTo>
                  <a:cubicBezTo>
                    <a:pt x="1328" y="4036"/>
                    <a:pt x="1454" y="3935"/>
                    <a:pt x="1729" y="4362"/>
                  </a:cubicBezTo>
                  <a:cubicBezTo>
                    <a:pt x="1805" y="4161"/>
                    <a:pt x="1880" y="3961"/>
                    <a:pt x="1955" y="3735"/>
                  </a:cubicBezTo>
                  <a:cubicBezTo>
                    <a:pt x="2206" y="3008"/>
                    <a:pt x="2080" y="953"/>
                    <a:pt x="1729" y="76"/>
                  </a:cubicBezTo>
                  <a:lnTo>
                    <a:pt x="8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2740;p65">
              <a:extLst>
                <a:ext uri="{FF2B5EF4-FFF2-40B4-BE49-F238E27FC236}">
                  <a16:creationId xmlns:a16="http://schemas.microsoft.com/office/drawing/2014/main" id="{BDDCC58B-A565-D60F-00B0-A2F993DCB70F}"/>
                </a:ext>
              </a:extLst>
            </p:cNvPr>
            <p:cNvSpPr/>
            <p:nvPr/>
          </p:nvSpPr>
          <p:spPr>
            <a:xfrm>
              <a:off x="2347891" y="3822635"/>
              <a:ext cx="183064" cy="510985"/>
            </a:xfrm>
            <a:custGeom>
              <a:avLst/>
              <a:gdLst/>
              <a:ahLst/>
              <a:cxnLst/>
              <a:rect l="l" t="t" r="r" b="b"/>
              <a:pathLst>
                <a:path w="3560" h="9937" extrusionOk="0">
                  <a:moveTo>
                    <a:pt x="326" y="1"/>
                  </a:moveTo>
                  <a:cubicBezTo>
                    <a:pt x="326" y="1"/>
                    <a:pt x="25" y="1053"/>
                    <a:pt x="25" y="1755"/>
                  </a:cubicBezTo>
                  <a:cubicBezTo>
                    <a:pt x="0" y="4061"/>
                    <a:pt x="0" y="3986"/>
                    <a:pt x="25" y="4612"/>
                  </a:cubicBezTo>
                  <a:cubicBezTo>
                    <a:pt x="100" y="5715"/>
                    <a:pt x="577" y="8321"/>
                    <a:pt x="1278" y="9850"/>
                  </a:cubicBezTo>
                  <a:lnTo>
                    <a:pt x="1328" y="9900"/>
                  </a:lnTo>
                  <a:lnTo>
                    <a:pt x="1404" y="9925"/>
                  </a:lnTo>
                  <a:cubicBezTo>
                    <a:pt x="1437" y="9933"/>
                    <a:pt x="1475" y="9936"/>
                    <a:pt x="1515" y="9936"/>
                  </a:cubicBezTo>
                  <a:cubicBezTo>
                    <a:pt x="1741" y="9936"/>
                    <a:pt x="2034" y="9820"/>
                    <a:pt x="2055" y="9650"/>
                  </a:cubicBezTo>
                  <a:cubicBezTo>
                    <a:pt x="2331" y="8021"/>
                    <a:pt x="2506" y="7620"/>
                    <a:pt x="2506" y="5765"/>
                  </a:cubicBezTo>
                  <a:cubicBezTo>
                    <a:pt x="2506" y="4863"/>
                    <a:pt x="2857" y="4211"/>
                    <a:pt x="3008" y="3559"/>
                  </a:cubicBezTo>
                  <a:cubicBezTo>
                    <a:pt x="3208" y="2808"/>
                    <a:pt x="3559" y="978"/>
                    <a:pt x="3208" y="76"/>
                  </a:cubicBezTo>
                  <a:lnTo>
                    <a:pt x="32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2741;p65">
              <a:extLst>
                <a:ext uri="{FF2B5EF4-FFF2-40B4-BE49-F238E27FC236}">
                  <a16:creationId xmlns:a16="http://schemas.microsoft.com/office/drawing/2014/main" id="{6B910B28-14B4-1F49-EB35-57B1F958ADE5}"/>
                </a:ext>
              </a:extLst>
            </p:cNvPr>
            <p:cNvSpPr/>
            <p:nvPr/>
          </p:nvSpPr>
          <p:spPr>
            <a:xfrm>
              <a:off x="2360747" y="3831686"/>
              <a:ext cx="59342" cy="501369"/>
            </a:xfrm>
            <a:custGeom>
              <a:avLst/>
              <a:gdLst/>
              <a:ahLst/>
              <a:cxnLst/>
              <a:rect l="l" t="t" r="r" b="b"/>
              <a:pathLst>
                <a:path w="1154" h="9750" extrusionOk="0">
                  <a:moveTo>
                    <a:pt x="552" y="0"/>
                  </a:moveTo>
                  <a:cubicBezTo>
                    <a:pt x="176" y="877"/>
                    <a:pt x="1" y="1880"/>
                    <a:pt x="1" y="3033"/>
                  </a:cubicBezTo>
                  <a:cubicBezTo>
                    <a:pt x="1" y="4085"/>
                    <a:pt x="151" y="5163"/>
                    <a:pt x="276" y="6115"/>
                  </a:cubicBezTo>
                  <a:cubicBezTo>
                    <a:pt x="452" y="7218"/>
                    <a:pt x="627" y="8496"/>
                    <a:pt x="1078" y="9724"/>
                  </a:cubicBezTo>
                  <a:lnTo>
                    <a:pt x="1154" y="9749"/>
                  </a:lnTo>
                  <a:cubicBezTo>
                    <a:pt x="703" y="8521"/>
                    <a:pt x="527" y="7218"/>
                    <a:pt x="352" y="6090"/>
                  </a:cubicBezTo>
                  <a:cubicBezTo>
                    <a:pt x="226" y="5163"/>
                    <a:pt x="76" y="4085"/>
                    <a:pt x="51" y="3033"/>
                  </a:cubicBezTo>
                  <a:cubicBezTo>
                    <a:pt x="51" y="1905"/>
                    <a:pt x="251" y="877"/>
                    <a:pt x="602" y="50"/>
                  </a:cubicBezTo>
                  <a:lnTo>
                    <a:pt x="6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2742;p65">
              <a:extLst>
                <a:ext uri="{FF2B5EF4-FFF2-40B4-BE49-F238E27FC236}">
                  <a16:creationId xmlns:a16="http://schemas.microsoft.com/office/drawing/2014/main" id="{89714CEA-2256-EB18-566E-F0ED091373F1}"/>
                </a:ext>
              </a:extLst>
            </p:cNvPr>
            <p:cNvSpPr/>
            <p:nvPr/>
          </p:nvSpPr>
          <p:spPr>
            <a:xfrm>
              <a:off x="2358176" y="3802014"/>
              <a:ext cx="230733" cy="94463"/>
            </a:xfrm>
            <a:custGeom>
              <a:avLst/>
              <a:gdLst/>
              <a:ahLst/>
              <a:cxnLst/>
              <a:rect l="l" t="t" r="r" b="b"/>
              <a:pathLst>
                <a:path w="4487" h="1837" extrusionOk="0">
                  <a:moveTo>
                    <a:pt x="3735" y="1"/>
                  </a:moveTo>
                  <a:lnTo>
                    <a:pt x="2632" y="477"/>
                  </a:lnTo>
                  <a:lnTo>
                    <a:pt x="126" y="402"/>
                  </a:lnTo>
                  <a:cubicBezTo>
                    <a:pt x="126" y="402"/>
                    <a:pt x="76" y="627"/>
                    <a:pt x="1" y="928"/>
                  </a:cubicBezTo>
                  <a:cubicBezTo>
                    <a:pt x="719" y="1499"/>
                    <a:pt x="1755" y="1836"/>
                    <a:pt x="2813" y="1836"/>
                  </a:cubicBezTo>
                  <a:cubicBezTo>
                    <a:pt x="3380" y="1836"/>
                    <a:pt x="3953" y="1739"/>
                    <a:pt x="4487" y="1529"/>
                  </a:cubicBezTo>
                  <a:cubicBezTo>
                    <a:pt x="4311" y="903"/>
                    <a:pt x="4061" y="326"/>
                    <a:pt x="37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2743;p65">
              <a:extLst>
                <a:ext uri="{FF2B5EF4-FFF2-40B4-BE49-F238E27FC236}">
                  <a16:creationId xmlns:a16="http://schemas.microsoft.com/office/drawing/2014/main" id="{5634095C-6ADA-A550-9960-0754022306FF}"/>
                </a:ext>
              </a:extLst>
            </p:cNvPr>
            <p:cNvSpPr/>
            <p:nvPr/>
          </p:nvSpPr>
          <p:spPr>
            <a:xfrm>
              <a:off x="2327271" y="3550709"/>
              <a:ext cx="265906" cy="320928"/>
            </a:xfrm>
            <a:custGeom>
              <a:avLst/>
              <a:gdLst/>
              <a:ahLst/>
              <a:cxnLst/>
              <a:rect l="l" t="t" r="r" b="b"/>
              <a:pathLst>
                <a:path w="5171" h="6241" extrusionOk="0">
                  <a:moveTo>
                    <a:pt x="1871" y="1"/>
                  </a:moveTo>
                  <a:cubicBezTo>
                    <a:pt x="1503" y="1"/>
                    <a:pt x="1094" y="163"/>
                    <a:pt x="727" y="627"/>
                  </a:cubicBezTo>
                  <a:cubicBezTo>
                    <a:pt x="276" y="1178"/>
                    <a:pt x="0" y="2256"/>
                    <a:pt x="602" y="5589"/>
                  </a:cubicBezTo>
                  <a:cubicBezTo>
                    <a:pt x="672" y="5998"/>
                    <a:pt x="2122" y="6240"/>
                    <a:pt x="3364" y="6240"/>
                  </a:cubicBezTo>
                  <a:cubicBezTo>
                    <a:pt x="4330" y="6240"/>
                    <a:pt x="5171" y="6094"/>
                    <a:pt x="5138" y="5765"/>
                  </a:cubicBezTo>
                  <a:cubicBezTo>
                    <a:pt x="4837" y="3484"/>
                    <a:pt x="3910" y="2131"/>
                    <a:pt x="2932" y="527"/>
                  </a:cubicBezTo>
                  <a:cubicBezTo>
                    <a:pt x="2776" y="284"/>
                    <a:pt x="2359" y="1"/>
                    <a:pt x="187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2744;p65">
              <a:extLst>
                <a:ext uri="{FF2B5EF4-FFF2-40B4-BE49-F238E27FC236}">
                  <a16:creationId xmlns:a16="http://schemas.microsoft.com/office/drawing/2014/main" id="{30BD3BFA-25AE-078A-8947-D05EA0D2BC11}"/>
                </a:ext>
              </a:extLst>
            </p:cNvPr>
            <p:cNvSpPr/>
            <p:nvPr/>
          </p:nvSpPr>
          <p:spPr>
            <a:xfrm>
              <a:off x="2160402" y="3723337"/>
              <a:ext cx="32910" cy="27665"/>
            </a:xfrm>
            <a:custGeom>
              <a:avLst/>
              <a:gdLst/>
              <a:ahLst/>
              <a:cxnLst/>
              <a:rect l="l" t="t" r="r" b="b"/>
              <a:pathLst>
                <a:path w="640" h="538" extrusionOk="0">
                  <a:moveTo>
                    <a:pt x="127" y="1"/>
                  </a:moveTo>
                  <a:cubicBezTo>
                    <a:pt x="1" y="1"/>
                    <a:pt x="263" y="453"/>
                    <a:pt x="263" y="453"/>
                  </a:cubicBezTo>
                  <a:lnTo>
                    <a:pt x="162" y="478"/>
                  </a:lnTo>
                  <a:cubicBezTo>
                    <a:pt x="162" y="478"/>
                    <a:pt x="422" y="538"/>
                    <a:pt x="544" y="538"/>
                  </a:cubicBezTo>
                  <a:cubicBezTo>
                    <a:pt x="616" y="538"/>
                    <a:pt x="640" y="518"/>
                    <a:pt x="538" y="453"/>
                  </a:cubicBezTo>
                  <a:cubicBezTo>
                    <a:pt x="288" y="252"/>
                    <a:pt x="313" y="52"/>
                    <a:pt x="137" y="2"/>
                  </a:cubicBezTo>
                  <a:cubicBezTo>
                    <a:pt x="134" y="1"/>
                    <a:pt x="130" y="1"/>
                    <a:pt x="127" y="1"/>
                  </a:cubicBezTo>
                  <a:close/>
                </a:path>
              </a:pathLst>
            </a:custGeom>
            <a:solidFill>
              <a:srgbClr val="F89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2745;p65">
              <a:extLst>
                <a:ext uri="{FF2B5EF4-FFF2-40B4-BE49-F238E27FC236}">
                  <a16:creationId xmlns:a16="http://schemas.microsoft.com/office/drawing/2014/main" id="{05810B04-C601-AB61-7F78-7817D48744D2}"/>
                </a:ext>
              </a:extLst>
            </p:cNvPr>
            <p:cNvSpPr/>
            <p:nvPr/>
          </p:nvSpPr>
          <p:spPr>
            <a:xfrm>
              <a:off x="2132222" y="3725651"/>
              <a:ext cx="52040" cy="39030"/>
            </a:xfrm>
            <a:custGeom>
              <a:avLst/>
              <a:gdLst/>
              <a:ahLst/>
              <a:cxnLst/>
              <a:rect l="l" t="t" r="r" b="b"/>
              <a:pathLst>
                <a:path w="1012" h="759" extrusionOk="0">
                  <a:moveTo>
                    <a:pt x="93" y="0"/>
                  </a:moveTo>
                  <a:cubicBezTo>
                    <a:pt x="29" y="0"/>
                    <a:pt x="1" y="30"/>
                    <a:pt x="34" y="107"/>
                  </a:cubicBezTo>
                  <a:cubicBezTo>
                    <a:pt x="184" y="458"/>
                    <a:pt x="334" y="734"/>
                    <a:pt x="936" y="759"/>
                  </a:cubicBezTo>
                  <a:lnTo>
                    <a:pt x="1011" y="383"/>
                  </a:lnTo>
                  <a:cubicBezTo>
                    <a:pt x="1011" y="383"/>
                    <a:pt x="323" y="0"/>
                    <a:pt x="93" y="0"/>
                  </a:cubicBezTo>
                  <a:close/>
                </a:path>
              </a:pathLst>
            </a:custGeom>
            <a:solidFill>
              <a:srgbClr val="F89D9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2746;p65">
              <a:extLst>
                <a:ext uri="{FF2B5EF4-FFF2-40B4-BE49-F238E27FC236}">
                  <a16:creationId xmlns:a16="http://schemas.microsoft.com/office/drawing/2014/main" id="{1FDB0EA8-A167-C999-1D66-9736C6BFD0B2}"/>
                </a:ext>
              </a:extLst>
            </p:cNvPr>
            <p:cNvSpPr/>
            <p:nvPr/>
          </p:nvSpPr>
          <p:spPr>
            <a:xfrm>
              <a:off x="2171304" y="3597453"/>
              <a:ext cx="253924" cy="195046"/>
            </a:xfrm>
            <a:custGeom>
              <a:avLst/>
              <a:gdLst/>
              <a:ahLst/>
              <a:cxnLst/>
              <a:rect l="l" t="t" r="r" b="b"/>
              <a:pathLst>
                <a:path w="4938" h="3793" extrusionOk="0">
                  <a:moveTo>
                    <a:pt x="4016" y="0"/>
                  </a:moveTo>
                  <a:cubicBezTo>
                    <a:pt x="3938" y="0"/>
                    <a:pt x="3852" y="6"/>
                    <a:pt x="3760" y="19"/>
                  </a:cubicBezTo>
                  <a:cubicBezTo>
                    <a:pt x="2933" y="144"/>
                    <a:pt x="3509" y="1798"/>
                    <a:pt x="3158" y="2274"/>
                  </a:cubicBezTo>
                  <a:cubicBezTo>
                    <a:pt x="2821" y="2745"/>
                    <a:pt x="2134" y="2867"/>
                    <a:pt x="1513" y="2867"/>
                  </a:cubicBezTo>
                  <a:cubicBezTo>
                    <a:pt x="844" y="2867"/>
                    <a:pt x="251" y="2725"/>
                    <a:pt x="251" y="2725"/>
                  </a:cubicBezTo>
                  <a:cubicBezTo>
                    <a:pt x="1" y="2901"/>
                    <a:pt x="101" y="3277"/>
                    <a:pt x="101" y="3277"/>
                  </a:cubicBezTo>
                  <a:cubicBezTo>
                    <a:pt x="101" y="3277"/>
                    <a:pt x="1476" y="3793"/>
                    <a:pt x="2645" y="3793"/>
                  </a:cubicBezTo>
                  <a:cubicBezTo>
                    <a:pt x="3146" y="3793"/>
                    <a:pt x="3610" y="3698"/>
                    <a:pt x="3910" y="3427"/>
                  </a:cubicBezTo>
                  <a:cubicBezTo>
                    <a:pt x="4938" y="2575"/>
                    <a:pt x="4938" y="1397"/>
                    <a:pt x="4863" y="695"/>
                  </a:cubicBezTo>
                  <a:cubicBezTo>
                    <a:pt x="4797" y="300"/>
                    <a:pt x="4577" y="0"/>
                    <a:pt x="40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2747;p65">
              <a:extLst>
                <a:ext uri="{FF2B5EF4-FFF2-40B4-BE49-F238E27FC236}">
                  <a16:creationId xmlns:a16="http://schemas.microsoft.com/office/drawing/2014/main" id="{CA7EC2C5-7CC5-5446-06B9-67C83AF4E9E4}"/>
                </a:ext>
              </a:extLst>
            </p:cNvPr>
            <p:cNvSpPr/>
            <p:nvPr/>
          </p:nvSpPr>
          <p:spPr>
            <a:xfrm>
              <a:off x="2280835" y="3406519"/>
              <a:ext cx="278453" cy="316917"/>
            </a:xfrm>
            <a:custGeom>
              <a:avLst/>
              <a:gdLst/>
              <a:ahLst/>
              <a:cxnLst/>
              <a:rect l="l" t="t" r="r" b="b"/>
              <a:pathLst>
                <a:path w="5415" h="6163" extrusionOk="0">
                  <a:moveTo>
                    <a:pt x="1994" y="0"/>
                  </a:moveTo>
                  <a:cubicBezTo>
                    <a:pt x="1793" y="0"/>
                    <a:pt x="1545" y="50"/>
                    <a:pt x="1229" y="173"/>
                  </a:cubicBezTo>
                  <a:cubicBezTo>
                    <a:pt x="803" y="348"/>
                    <a:pt x="327" y="874"/>
                    <a:pt x="552" y="1752"/>
                  </a:cubicBezTo>
                  <a:cubicBezTo>
                    <a:pt x="778" y="2654"/>
                    <a:pt x="778" y="2654"/>
                    <a:pt x="552" y="3080"/>
                  </a:cubicBezTo>
                  <a:cubicBezTo>
                    <a:pt x="1" y="4108"/>
                    <a:pt x="1981" y="3506"/>
                    <a:pt x="1705" y="4509"/>
                  </a:cubicBezTo>
                  <a:cubicBezTo>
                    <a:pt x="1333" y="5748"/>
                    <a:pt x="1833" y="6162"/>
                    <a:pt x="2541" y="6162"/>
                  </a:cubicBezTo>
                  <a:cubicBezTo>
                    <a:pt x="3408" y="6162"/>
                    <a:pt x="4587" y="5543"/>
                    <a:pt x="4863" y="5060"/>
                  </a:cubicBezTo>
                  <a:cubicBezTo>
                    <a:pt x="5414" y="4057"/>
                    <a:pt x="5339" y="2629"/>
                    <a:pt x="4287" y="2278"/>
                  </a:cubicBezTo>
                  <a:cubicBezTo>
                    <a:pt x="3961" y="2153"/>
                    <a:pt x="4211" y="975"/>
                    <a:pt x="3460" y="950"/>
                  </a:cubicBezTo>
                  <a:cubicBezTo>
                    <a:pt x="2829" y="929"/>
                    <a:pt x="2859" y="0"/>
                    <a:pt x="19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95" name="Google Shape;2661;p65">
            <a:extLst>
              <a:ext uri="{FF2B5EF4-FFF2-40B4-BE49-F238E27FC236}">
                <a16:creationId xmlns:a16="http://schemas.microsoft.com/office/drawing/2014/main" id="{E87B2EE5-7943-CDA1-30DC-21548A8FE3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2696" y="1721011"/>
            <a:ext cx="4746864" cy="17014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You!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0990603"/>
      </p:ext>
    </p:extLst>
  </p:cSld>
  <p:clrMapOvr>
    <a:masterClrMapping/>
  </p:clrMapOvr>
</p:sld>
</file>

<file path=ppt/theme/theme1.xml><?xml version="1.0" encoding="utf-8"?>
<a:theme xmlns:a="http://schemas.openxmlformats.org/drawingml/2006/main" name="Statistics and Probability: Data Analysis and Interpretation - Math - 10th grade by Slidesgo">
  <a:themeElements>
    <a:clrScheme name="Simple Light">
      <a:dk1>
        <a:srgbClr val="1F3374"/>
      </a:dk1>
      <a:lt1>
        <a:srgbClr val="F8F8F8"/>
      </a:lt1>
      <a:dk2>
        <a:srgbClr val="304BA6"/>
      </a:dk2>
      <a:lt2>
        <a:srgbClr val="D8E4F7"/>
      </a:lt2>
      <a:accent1>
        <a:srgbClr val="CB6EBE"/>
      </a:accent1>
      <a:accent2>
        <a:srgbClr val="F8C220"/>
      </a:accent2>
      <a:accent3>
        <a:srgbClr val="F05555"/>
      </a:accent3>
      <a:accent4>
        <a:srgbClr val="EFEFEF"/>
      </a:accent4>
      <a:accent5>
        <a:srgbClr val="FFFFFF"/>
      </a:accent5>
      <a:accent6>
        <a:srgbClr val="FFFFFF"/>
      </a:accent6>
      <a:hlink>
        <a:srgbClr val="1F337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828</Words>
  <Application>Microsoft Office PowerPoint</Application>
  <PresentationFormat>On-screen Show (16:9)</PresentationFormat>
  <Paragraphs>113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Barlow Semi Condensed</vt:lpstr>
      <vt:lpstr>Arial</vt:lpstr>
      <vt:lpstr>Titillium Web</vt:lpstr>
      <vt:lpstr>Anaheim</vt:lpstr>
      <vt:lpstr>Statistics and Probability: Data Analysis and Interpretation - Math - 10th grade by Slidesgo</vt:lpstr>
      <vt:lpstr>Arabian Coffee Sales:Data Analysis &amp; Projections</vt:lpstr>
      <vt:lpstr>Table of Contents</vt:lpstr>
      <vt:lpstr>The Problem - What are we forecasting and why?</vt:lpstr>
      <vt:lpstr>The Data - Source and Reliability</vt:lpstr>
      <vt:lpstr>Methodology - How was it forecasted </vt:lpstr>
      <vt:lpstr>Data Exploration - Visual Insights no.1   </vt:lpstr>
      <vt:lpstr>Data Exploration - Visual Insights no.2   </vt:lpstr>
      <vt:lpstr>Model Comparison and Judgment    </vt:lpstr>
      <vt:lpstr>Residual Analysis &amp; Model Diagnostics     </vt:lpstr>
      <vt:lpstr>Final Model Selection &amp; Recommendation      </vt:lpstr>
      <vt:lpstr>The Forecast and Conclusion     </vt:lpstr>
      <vt:lpstr>Ideas for Forecast Improvement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Shadman Tousif Khandoker</dc:creator>
  <cp:lastModifiedBy>Shadman Tousif Khandoker</cp:lastModifiedBy>
  <cp:revision>14</cp:revision>
  <dcterms:modified xsi:type="dcterms:W3CDTF">2025-11-24T23:34:22Z</dcterms:modified>
</cp:coreProperties>
</file>